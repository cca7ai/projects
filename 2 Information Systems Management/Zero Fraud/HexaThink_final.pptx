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6" r:id="rId14"/>
    <p:sldMasterId id="2147483678" r:id="rId15"/>
    <p:sldMasterId id="2147483680" r:id="rId16"/>
    <p:sldMasterId id="2147483682" r:id="rId17"/>
  </p:sldMasterIdLst>
  <p:sldIdLst>
    <p:sldId id="256" r:id="rId18"/>
    <p:sldId id="257" r:id="rId19"/>
    <p:sldId id="258" r:id="rId20"/>
    <p:sldId id="259" r:id="rId21"/>
    <p:sldId id="260" r:id="rId22"/>
    <p:sldId id="261" r:id="rId23"/>
    <p:sldId id="262" r:id="rId24"/>
    <p:sldId id="290" r:id="rId25"/>
    <p:sldId id="263" r:id="rId26"/>
    <p:sldId id="264" r:id="rId27"/>
    <p:sldId id="265" r:id="rId28"/>
    <p:sldId id="266" r:id="rId29"/>
    <p:sldId id="267" r:id="rId30"/>
    <p:sldId id="268" r:id="rId31"/>
    <p:sldId id="269" r:id="rId32"/>
    <p:sldId id="270" r:id="rId33"/>
    <p:sldId id="272" r:id="rId34"/>
    <p:sldId id="271" r:id="rId35"/>
    <p:sldId id="289" r:id="rId36"/>
    <p:sldId id="273" r:id="rId37"/>
    <p:sldId id="274" r:id="rId38"/>
    <p:sldId id="275" r:id="rId39"/>
    <p:sldId id="276" r:id="rId40"/>
    <p:sldId id="277" r:id="rId41"/>
    <p:sldId id="280" r:id="rId42"/>
    <p:sldId id="281" r:id="rId43"/>
    <p:sldId id="282" r:id="rId44"/>
    <p:sldId id="278" r:id="rId45"/>
    <p:sldId id="288" r:id="rId4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a:srgbClr val="FFFFFF"/>
    <a:srgbClr val="F5F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365"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1.xml"/><Relationship Id="rId26" Type="http://schemas.openxmlformats.org/officeDocument/2006/relationships/slide" Target="slides/slide9.xml"/><Relationship Id="rId39" Type="http://schemas.openxmlformats.org/officeDocument/2006/relationships/slide" Target="slides/slide22.xml"/><Relationship Id="rId21" Type="http://schemas.openxmlformats.org/officeDocument/2006/relationships/slide" Target="slides/slide4.xml"/><Relationship Id="rId34" Type="http://schemas.openxmlformats.org/officeDocument/2006/relationships/slide" Target="slides/slide17.xml"/><Relationship Id="rId42" Type="http://schemas.openxmlformats.org/officeDocument/2006/relationships/slide" Target="slides/slide25.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12.xml"/><Relationship Id="rId11" Type="http://schemas.openxmlformats.org/officeDocument/2006/relationships/slideMaster" Target="slideMasters/slideMaster11.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slide" Target="slides/slide20.xml"/><Relationship Id="rId40" Type="http://schemas.openxmlformats.org/officeDocument/2006/relationships/slide" Target="slides/slide23.xml"/><Relationship Id="rId45" Type="http://schemas.openxmlformats.org/officeDocument/2006/relationships/slide" Target="slides/slide28.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49" Type="http://schemas.openxmlformats.org/officeDocument/2006/relationships/theme" Target="theme/theme1.xml"/><Relationship Id="rId10" Type="http://schemas.openxmlformats.org/officeDocument/2006/relationships/slideMaster" Target="slideMasters/slideMaster10.xml"/><Relationship Id="rId19" Type="http://schemas.openxmlformats.org/officeDocument/2006/relationships/slide" Target="slides/slide2.xml"/><Relationship Id="rId31" Type="http://schemas.openxmlformats.org/officeDocument/2006/relationships/slide" Target="slides/slide14.xml"/><Relationship Id="rId44"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slide" Target="slides/slide18.xml"/><Relationship Id="rId43" Type="http://schemas.openxmlformats.org/officeDocument/2006/relationships/slide" Target="slides/slide26.xml"/><Relationship Id="rId48"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slide" Target="slides/slide21.xml"/><Relationship Id="rId46" Type="http://schemas.openxmlformats.org/officeDocument/2006/relationships/slide" Target="slides/slide29.xml"/><Relationship Id="rId20" Type="http://schemas.openxmlformats.org/officeDocument/2006/relationships/slide" Target="slides/slide3.xml"/><Relationship Id="rId41"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86" name="PlaceHolder 1"/>
          <p:cNvSpPr>
            <a:spLocks noGrp="1"/>
          </p:cNvSpPr>
          <p:nvPr>
            <p:ph type="title"/>
          </p:nvPr>
        </p:nvSpPr>
        <p:spPr>
          <a:xfrm>
            <a:off x="720000" y="2079360"/>
            <a:ext cx="5597640" cy="841320"/>
          </a:xfrm>
          <a:prstGeom prst="rect">
            <a:avLst/>
          </a:prstGeom>
          <a:noFill/>
          <a:ln w="0">
            <a:noFill/>
          </a:ln>
        </p:spPr>
        <p:txBody>
          <a:bodyPr lIns="0" tIns="0" rIns="0" bIns="0" anchor="ctr">
            <a:noAutofit/>
          </a:bodyPr>
          <a:lstStyle/>
          <a:p>
            <a:pPr indent="0">
              <a:buNone/>
            </a:pPr>
            <a:endParaRPr lang="fr-FR" sz="1400" b="0" strike="noStrike" spc="-1">
              <a:solidFill>
                <a:srgbClr val="000000"/>
              </a:solidFill>
              <a:latin typeface="Arial"/>
            </a:endParaRPr>
          </a:p>
        </p:txBody>
      </p:sp>
      <p:sp>
        <p:nvSpPr>
          <p:cNvPr id="87"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fr-FR" sz="3200" b="0" strike="noStrike" spc="-1">
              <a:solidFill>
                <a:srgbClr val="000000"/>
              </a:solidFill>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10_1_1_1">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3">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4_1_1">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9_1">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ONE_COLUMN_TEXT_1">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666" name="PlaceHolder 1"/>
          <p:cNvSpPr>
            <a:spLocks noGrp="1"/>
          </p:cNvSpPr>
          <p:nvPr>
            <p:ph type="title"/>
          </p:nvPr>
        </p:nvSpPr>
        <p:spPr>
          <a:xfrm>
            <a:off x="720000" y="2079360"/>
            <a:ext cx="5597640" cy="841320"/>
          </a:xfrm>
          <a:prstGeom prst="rect">
            <a:avLst/>
          </a:prstGeom>
          <a:noFill/>
          <a:ln w="0">
            <a:noFill/>
          </a:ln>
        </p:spPr>
        <p:txBody>
          <a:bodyPr lIns="0" tIns="0" rIns="0" bIns="0" anchor="ctr">
            <a:noAutofit/>
          </a:bodyPr>
          <a:lstStyle/>
          <a:p>
            <a:pPr indent="0">
              <a:buNone/>
            </a:pPr>
            <a:endParaRPr lang="fr-FR" sz="1400" b="0" strike="noStrike" spc="-1">
              <a:solidFill>
                <a:srgbClr val="000000"/>
              </a:solidFill>
              <a:latin typeface="Arial"/>
            </a:endParaRPr>
          </a:p>
        </p:txBody>
      </p:sp>
      <p:sp>
        <p:nvSpPr>
          <p:cNvPr id="66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668"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10_1">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10_1_1">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ECTION_HEADER_">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4.xml"/><Relationship Id="rId1" Type="http://schemas.openxmlformats.org/officeDocument/2006/relationships/slideLayout" Target="../slideLayouts/slideLayout4.xml"/><Relationship Id="rId5" Type="http://schemas.openxmlformats.org/officeDocument/2006/relationships/hyperlink" Target="http://bit.ly/2TtBDfr" TargetMode="External"/><Relationship Id="rId4" Type="http://schemas.openxmlformats.org/officeDocument/2006/relationships/hyperlink" Target="https://bit.ly/3A1uf1Q" TargetMode="Externa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6" name="Google Shape;9;p63"/>
          <p:cNvGrpSpPr/>
          <p:nvPr/>
        </p:nvGrpSpPr>
        <p:grpSpPr>
          <a:xfrm>
            <a:off x="-3255120" y="-2760840"/>
            <a:ext cx="10039680" cy="6731280"/>
            <a:chOff x="-3255120" y="-2760840"/>
            <a:chExt cx="10039680" cy="6731280"/>
          </a:xfrm>
        </p:grpSpPr>
        <p:grpSp>
          <p:nvGrpSpPr>
            <p:cNvPr id="87" name="Google Shape;10;p63"/>
            <p:cNvGrpSpPr/>
            <p:nvPr/>
          </p:nvGrpSpPr>
          <p:grpSpPr>
            <a:xfrm>
              <a:off x="-3255120" y="-2760840"/>
              <a:ext cx="6563880" cy="6731280"/>
              <a:chOff x="-3255120" y="-2760840"/>
              <a:chExt cx="6563880" cy="6731280"/>
            </a:xfrm>
          </p:grpSpPr>
          <p:sp>
            <p:nvSpPr>
              <p:cNvPr id="2" name="Google Shape;11;p63"/>
              <p:cNvSpPr/>
              <p:nvPr/>
            </p:nvSpPr>
            <p:spPr>
              <a:xfrm rot="10221600">
                <a:off x="-1132920" y="-721440"/>
                <a:ext cx="3045240" cy="2637000"/>
              </a:xfrm>
              <a:custGeom>
                <a:avLst/>
                <a:gdLst>
                  <a:gd name="textAreaLeft" fmla="*/ 0 w 3045240"/>
                  <a:gd name="textAreaRight" fmla="*/ 3045600 w 3045240"/>
                  <a:gd name="textAreaTop" fmla="*/ 0 h 2637000"/>
                  <a:gd name="textAreaBottom" fmla="*/ 2637360 h 263700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0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pic>
            <p:nvPicPr>
              <p:cNvPr id="3" name="Google Shape;12;p63"/>
              <p:cNvPicPr/>
              <p:nvPr/>
            </p:nvPicPr>
            <p:blipFill>
              <a:blip r:embed="rId3"/>
              <a:srcRect t="17653" b="17662"/>
              <a:stretch/>
            </p:blipFill>
            <p:spPr>
              <a:xfrm rot="13821600">
                <a:off x="-2650680" y="-1438560"/>
                <a:ext cx="5355360" cy="4087080"/>
              </a:xfrm>
              <a:prstGeom prst="rect">
                <a:avLst/>
              </a:prstGeom>
              <a:ln w="0">
                <a:noFill/>
              </a:ln>
            </p:spPr>
          </p:pic>
        </p:grpSp>
        <p:sp>
          <p:nvSpPr>
            <p:cNvPr id="4" name="Google Shape;13;p63"/>
            <p:cNvSpPr/>
            <p:nvPr/>
          </p:nvSpPr>
          <p:spPr>
            <a:xfrm>
              <a:off x="-441720" y="-33984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 name="Google Shape;14;p63"/>
            <p:cNvSpPr/>
            <p:nvPr/>
          </p:nvSpPr>
          <p:spPr>
            <a:xfrm rot="2700000">
              <a:off x="765720" y="-237348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 name="Google Shape;15;p63"/>
            <p:cNvSpPr/>
            <p:nvPr/>
          </p:nvSpPr>
          <p:spPr>
            <a:xfrm>
              <a:off x="-353880" y="-534240"/>
              <a:ext cx="7138440" cy="819000"/>
            </a:xfrm>
            <a:custGeom>
              <a:avLst/>
              <a:gdLst>
                <a:gd name="textAreaLeft" fmla="*/ 0 w 7138440"/>
                <a:gd name="textAreaRight" fmla="*/ 7138800 w 7138440"/>
                <a:gd name="textAreaTop" fmla="*/ 0 h 819000"/>
                <a:gd name="textAreaBottom" fmla="*/ 819360 h 819000"/>
              </a:gdLst>
              <a:ahLst/>
              <a:cxnLst/>
              <a:rect l="textAreaLeft" t="textAreaTop" r="textAreaRight" b="textAreaBottom"/>
              <a:pathLst>
                <a:path w="285545" h="32774">
                  <a:moveTo>
                    <a:pt x="0" y="32774"/>
                  </a:moveTo>
                  <a:lnTo>
                    <a:pt x="188861" y="32774"/>
                  </a:lnTo>
                  <a:lnTo>
                    <a:pt x="221636" y="0"/>
                  </a:lnTo>
                  <a:lnTo>
                    <a:pt x="285545" y="0"/>
                  </a:lnTo>
                </a:path>
              </a:pathLst>
            </a:custGeom>
            <a:noFill/>
            <a:ln w="9525">
              <a:solidFill>
                <a:srgbClr val="0C0A9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7" name="Google Shape;16;p63"/>
            <p:cNvSpPr/>
            <p:nvPr/>
          </p:nvSpPr>
          <p:spPr>
            <a:xfrm rot="5400000">
              <a:off x="958680" y="-1418760"/>
              <a:ext cx="577080" cy="3045240"/>
            </a:xfrm>
            <a:custGeom>
              <a:avLst/>
              <a:gdLst>
                <a:gd name="textAreaLeft" fmla="*/ 0 w 577080"/>
                <a:gd name="textAreaRight" fmla="*/ 577440 w 577080"/>
                <a:gd name="textAreaTop" fmla="*/ 0 h 3045240"/>
                <a:gd name="textAreaBottom" fmla="*/ 3045600 h 3045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 name="Google Shape;17;p63"/>
            <p:cNvSpPr/>
            <p:nvPr/>
          </p:nvSpPr>
          <p:spPr>
            <a:xfrm rot="5400000">
              <a:off x="502200" y="-954360"/>
              <a:ext cx="686880" cy="2730960"/>
            </a:xfrm>
            <a:custGeom>
              <a:avLst/>
              <a:gdLst>
                <a:gd name="textAreaLeft" fmla="*/ 0 w 686880"/>
                <a:gd name="textAreaRight" fmla="*/ 687240 w 686880"/>
                <a:gd name="textAreaTop" fmla="*/ 0 h 2730960"/>
                <a:gd name="textAreaBottom" fmla="*/ 2731320 h 2730960"/>
              </a:gdLst>
              <a:ahLst/>
              <a:cxnLst/>
              <a:rect l="textAreaLeft" t="textAreaTop" r="textAreaRight" b="textAreaBottom"/>
              <a:pathLst>
                <a:path w="16760" h="4318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9" name="Google Shape;18;p63"/>
            <p:cNvGrpSpPr/>
            <p:nvPr/>
          </p:nvGrpSpPr>
          <p:grpSpPr>
            <a:xfrm>
              <a:off x="4294080" y="218160"/>
              <a:ext cx="133560" cy="133560"/>
              <a:chOff x="4294080" y="218160"/>
              <a:chExt cx="133560" cy="133560"/>
            </a:xfrm>
          </p:grpSpPr>
          <p:sp>
            <p:nvSpPr>
              <p:cNvPr id="10" name="Google Shape;19;p63"/>
              <p:cNvSpPr/>
              <p:nvPr/>
            </p:nvSpPr>
            <p:spPr>
              <a:xfrm flipH="1">
                <a:off x="4293720" y="21816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 name="Google Shape;20;p63"/>
              <p:cNvSpPr/>
              <p:nvPr/>
            </p:nvSpPr>
            <p:spPr>
              <a:xfrm flipH="1">
                <a:off x="4321440" y="24876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2" name="Google Shape;21;p63"/>
            <p:cNvGrpSpPr/>
            <p:nvPr/>
          </p:nvGrpSpPr>
          <p:grpSpPr>
            <a:xfrm>
              <a:off x="1220760" y="521640"/>
              <a:ext cx="133560" cy="133560"/>
              <a:chOff x="1220760" y="521640"/>
              <a:chExt cx="133560" cy="133560"/>
            </a:xfrm>
          </p:grpSpPr>
          <p:sp>
            <p:nvSpPr>
              <p:cNvPr id="13" name="Google Shape;22;p63"/>
              <p:cNvSpPr/>
              <p:nvPr/>
            </p:nvSpPr>
            <p:spPr>
              <a:xfrm flipH="1">
                <a:off x="1220400" y="5216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4" name="Google Shape;23;p63"/>
              <p:cNvSpPr/>
              <p:nvPr/>
            </p:nvSpPr>
            <p:spPr>
              <a:xfrm flipH="1">
                <a:off x="1248120" y="55188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5" name="Google Shape;24;p63"/>
            <p:cNvGrpSpPr/>
            <p:nvPr/>
          </p:nvGrpSpPr>
          <p:grpSpPr>
            <a:xfrm>
              <a:off x="934200" y="784440"/>
              <a:ext cx="133560" cy="133560"/>
              <a:chOff x="934200" y="784440"/>
              <a:chExt cx="133560" cy="133560"/>
            </a:xfrm>
          </p:grpSpPr>
          <p:sp>
            <p:nvSpPr>
              <p:cNvPr id="16" name="Google Shape;25;p63"/>
              <p:cNvSpPr/>
              <p:nvPr/>
            </p:nvSpPr>
            <p:spPr>
              <a:xfrm flipH="1">
                <a:off x="933840" y="7844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7" name="Google Shape;26;p63"/>
              <p:cNvSpPr/>
              <p:nvPr/>
            </p:nvSpPr>
            <p:spPr>
              <a:xfrm flipH="1">
                <a:off x="961200" y="81504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8" name="Google Shape;27;p63"/>
            <p:cNvGrpSpPr/>
            <p:nvPr/>
          </p:nvGrpSpPr>
          <p:grpSpPr>
            <a:xfrm>
              <a:off x="124920" y="784440"/>
              <a:ext cx="133560" cy="133560"/>
              <a:chOff x="124920" y="784440"/>
              <a:chExt cx="133560" cy="133560"/>
            </a:xfrm>
          </p:grpSpPr>
          <p:sp>
            <p:nvSpPr>
              <p:cNvPr id="19" name="Google Shape;28;p63"/>
              <p:cNvSpPr/>
              <p:nvPr/>
            </p:nvSpPr>
            <p:spPr>
              <a:xfrm flipH="1">
                <a:off x="124560" y="7844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0" name="Google Shape;29;p63"/>
              <p:cNvSpPr/>
              <p:nvPr/>
            </p:nvSpPr>
            <p:spPr>
              <a:xfrm flipH="1">
                <a:off x="152280" y="81504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21" name="Google Shape;30;p63"/>
            <p:cNvGrpSpPr/>
            <p:nvPr/>
          </p:nvGrpSpPr>
          <p:grpSpPr>
            <a:xfrm>
              <a:off x="124920" y="467640"/>
              <a:ext cx="133560" cy="133560"/>
              <a:chOff x="124920" y="467640"/>
              <a:chExt cx="133560" cy="133560"/>
            </a:xfrm>
          </p:grpSpPr>
          <p:sp>
            <p:nvSpPr>
              <p:cNvPr id="22" name="Google Shape;31;p63"/>
              <p:cNvSpPr/>
              <p:nvPr/>
            </p:nvSpPr>
            <p:spPr>
              <a:xfrm flipH="1">
                <a:off x="124560" y="467640"/>
                <a:ext cx="133560" cy="133560"/>
              </a:xfrm>
              <a:custGeom>
                <a:avLst/>
                <a:gdLst>
                  <a:gd name="textAreaLeft" fmla="*/ -360 w 133560"/>
                  <a:gd name="textAreaRight" fmla="*/ 13356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3" name="Google Shape;32;p63"/>
              <p:cNvSpPr/>
              <p:nvPr/>
            </p:nvSpPr>
            <p:spPr>
              <a:xfrm flipH="1">
                <a:off x="152280" y="498240"/>
                <a:ext cx="79920" cy="72720"/>
              </a:xfrm>
              <a:custGeom>
                <a:avLst/>
                <a:gdLst>
                  <a:gd name="textAreaLeft" fmla="*/ 360 w 79920"/>
                  <a:gd name="textAreaRight" fmla="*/ 8064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24" name="Google Shape;33;p63"/>
          <p:cNvGrpSpPr/>
          <p:nvPr/>
        </p:nvGrpSpPr>
        <p:grpSpPr>
          <a:xfrm>
            <a:off x="6385680" y="3039840"/>
            <a:ext cx="3920040" cy="3213360"/>
            <a:chOff x="6385680" y="3039840"/>
            <a:chExt cx="3920040" cy="3213360"/>
          </a:xfrm>
        </p:grpSpPr>
        <p:pic>
          <p:nvPicPr>
            <p:cNvPr id="25" name="Google Shape;34;p63"/>
            <p:cNvPicPr/>
            <p:nvPr/>
          </p:nvPicPr>
          <p:blipFill>
            <a:blip r:embed="rId4"/>
            <a:srcRect l="16959" t="24713" r="7122" b="26173"/>
            <a:stretch/>
          </p:blipFill>
          <p:spPr>
            <a:xfrm>
              <a:off x="6385680" y="3261240"/>
              <a:ext cx="3920040" cy="2991960"/>
            </a:xfrm>
            <a:prstGeom prst="rect">
              <a:avLst/>
            </a:prstGeom>
            <a:ln w="0">
              <a:noFill/>
            </a:ln>
          </p:spPr>
        </p:pic>
        <p:sp>
          <p:nvSpPr>
            <p:cNvPr id="26" name="Google Shape;35;p63"/>
            <p:cNvSpPr/>
            <p:nvPr/>
          </p:nvSpPr>
          <p:spPr>
            <a:xfrm rot="10800000">
              <a:off x="7612200" y="31381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EB9109"/>
                </a:gs>
                <a:gs pos="40000">
                  <a:srgbClr val="FF9900">
                    <a:alpha val="40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7" name="Google Shape;36;p63"/>
            <p:cNvSpPr/>
            <p:nvPr/>
          </p:nvSpPr>
          <p:spPr>
            <a:xfrm rot="10800000">
              <a:off x="7771320" y="31388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40000">
                  <a:srgbClr val="FF9900">
                    <a:alpha val="40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28" name="Google Shape;37;p63"/>
            <p:cNvGrpSpPr/>
            <p:nvPr/>
          </p:nvGrpSpPr>
          <p:grpSpPr>
            <a:xfrm>
              <a:off x="7356600" y="3916440"/>
              <a:ext cx="581760" cy="582120"/>
              <a:chOff x="7356600" y="3916440"/>
              <a:chExt cx="581760" cy="582120"/>
            </a:xfrm>
          </p:grpSpPr>
          <p:sp>
            <p:nvSpPr>
              <p:cNvPr id="29" name="Google Shape;38;p63"/>
              <p:cNvSpPr/>
              <p:nvPr/>
            </p:nvSpPr>
            <p:spPr>
              <a:xfrm>
                <a:off x="7356600" y="43754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0" name="Google Shape;39;p63"/>
              <p:cNvSpPr/>
              <p:nvPr/>
            </p:nvSpPr>
            <p:spPr>
              <a:xfrm>
                <a:off x="7432920" y="429876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1" name="Google Shape;40;p63"/>
              <p:cNvSpPr/>
              <p:nvPr/>
            </p:nvSpPr>
            <p:spPr>
              <a:xfrm>
                <a:off x="7509240" y="422244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2" name="Google Shape;41;p63"/>
              <p:cNvSpPr/>
              <p:nvPr/>
            </p:nvSpPr>
            <p:spPr>
              <a:xfrm>
                <a:off x="7585560" y="414612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3" name="Google Shape;42;p63"/>
              <p:cNvSpPr/>
              <p:nvPr/>
            </p:nvSpPr>
            <p:spPr>
              <a:xfrm>
                <a:off x="7662600" y="406980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4" name="Google Shape;43;p63"/>
              <p:cNvSpPr/>
              <p:nvPr/>
            </p:nvSpPr>
            <p:spPr>
              <a:xfrm>
                <a:off x="7738560" y="399312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5" name="Google Shape;44;p63"/>
              <p:cNvSpPr/>
              <p:nvPr/>
            </p:nvSpPr>
            <p:spPr>
              <a:xfrm>
                <a:off x="7815240" y="391644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0C0A9E">
                      <a:alpha val="37000"/>
                    </a:srgbClr>
                  </a:gs>
                  <a:gs pos="100000">
                    <a:srgbClr val="FFFFFF">
                      <a:alpha val="37000"/>
                    </a:srgbClr>
                  </a:gs>
                </a:gsLst>
                <a:lin ang="135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36" name="Google Shape;45;p63"/>
            <p:cNvSpPr/>
            <p:nvPr/>
          </p:nvSpPr>
          <p:spPr>
            <a:xfrm>
              <a:off x="8506800" y="3039840"/>
              <a:ext cx="480600" cy="475560"/>
            </a:xfrm>
            <a:custGeom>
              <a:avLst/>
              <a:gdLst>
                <a:gd name="textAreaLeft" fmla="*/ 0 w 480600"/>
                <a:gd name="textAreaRight" fmla="*/ 480960 w 480600"/>
                <a:gd name="textAreaTop" fmla="*/ 0 h 475560"/>
                <a:gd name="textAreaBottom" fmla="*/ 475920 h 47556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37" name="Google Shape;46;p63"/>
            <p:cNvGrpSpPr/>
            <p:nvPr/>
          </p:nvGrpSpPr>
          <p:grpSpPr>
            <a:xfrm>
              <a:off x="8413920" y="3689280"/>
              <a:ext cx="699840" cy="1650600"/>
              <a:chOff x="8413920" y="3689280"/>
              <a:chExt cx="699840" cy="1650600"/>
            </a:xfrm>
          </p:grpSpPr>
          <p:sp>
            <p:nvSpPr>
              <p:cNvPr id="38" name="Google Shape;47;p63"/>
              <p:cNvSpPr/>
              <p:nvPr/>
            </p:nvSpPr>
            <p:spPr>
              <a:xfrm>
                <a:off x="8413920" y="3689280"/>
                <a:ext cx="482760" cy="1013400"/>
              </a:xfrm>
              <a:custGeom>
                <a:avLst/>
                <a:gdLst>
                  <a:gd name="textAreaLeft" fmla="*/ 0 w 482760"/>
                  <a:gd name="textAreaRight" fmla="*/ 483120 w 482760"/>
                  <a:gd name="textAreaTop" fmla="*/ 0 h 1013400"/>
                  <a:gd name="textAreaBottom" fmla="*/ 1013760 h 1013400"/>
                </a:gdLst>
                <a:ahLst/>
                <a:cxnLst/>
                <a:rect l="textAreaLeft" t="textAreaTop" r="textAreaRight" b="textAreaBottom"/>
                <a:pathLst>
                  <a:path w="11779" h="24714">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9" name="Google Shape;48;p63"/>
              <p:cNvSpPr/>
              <p:nvPr/>
            </p:nvSpPr>
            <p:spPr>
              <a:xfrm>
                <a:off x="8774640" y="411336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0" name="Google Shape;49;p63"/>
              <p:cNvSpPr/>
              <p:nvPr/>
            </p:nvSpPr>
            <p:spPr>
              <a:xfrm>
                <a:off x="8867160" y="402048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5"/>
                    </a:lnTo>
                    <a:lnTo>
                      <a:pt x="5714" y="305"/>
                    </a:lnTo>
                    <a:lnTo>
                      <a:pt x="5714"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41" name="Google Shape;50;p63"/>
            <p:cNvGrpSpPr/>
            <p:nvPr/>
          </p:nvGrpSpPr>
          <p:grpSpPr>
            <a:xfrm>
              <a:off x="8021520" y="4498560"/>
              <a:ext cx="904320" cy="725760"/>
              <a:chOff x="8021520" y="4498560"/>
              <a:chExt cx="904320" cy="725760"/>
            </a:xfrm>
          </p:grpSpPr>
          <p:sp>
            <p:nvSpPr>
              <p:cNvPr id="42" name="Google Shape;51;p63"/>
              <p:cNvSpPr/>
              <p:nvPr/>
            </p:nvSpPr>
            <p:spPr>
              <a:xfrm>
                <a:off x="8253000" y="4641840"/>
                <a:ext cx="672840" cy="582480"/>
              </a:xfrm>
              <a:custGeom>
                <a:avLst/>
                <a:gdLst>
                  <a:gd name="textAreaLeft" fmla="*/ 0 w 672840"/>
                  <a:gd name="textAreaRight" fmla="*/ 673200 w 672840"/>
                  <a:gd name="textAreaTop" fmla="*/ 0 h 582480"/>
                  <a:gd name="textAreaBottom" fmla="*/ 582840 h 5824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3" name="Google Shape;52;p63"/>
              <p:cNvSpPr/>
              <p:nvPr/>
            </p:nvSpPr>
            <p:spPr>
              <a:xfrm>
                <a:off x="8240400" y="449856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4" name="Google Shape;53;p63"/>
              <p:cNvSpPr/>
              <p:nvPr/>
            </p:nvSpPr>
            <p:spPr>
              <a:xfrm>
                <a:off x="8021520" y="464184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45" name="PlaceHolder 1"/>
          <p:cNvSpPr>
            <a:spLocks noGrp="1"/>
          </p:cNvSpPr>
          <p:nvPr>
            <p:ph type="title"/>
          </p:nvPr>
        </p:nvSpPr>
        <p:spPr>
          <a:xfrm>
            <a:off x="1096920" y="816480"/>
            <a:ext cx="6974280" cy="2326320"/>
          </a:xfrm>
          <a:prstGeom prst="rect">
            <a:avLst/>
          </a:prstGeom>
          <a:noFill/>
          <a:ln w="0">
            <a:noFill/>
          </a:ln>
        </p:spPr>
        <p:txBody>
          <a:bodyPr lIns="91440" tIns="91440" rIns="91440" bIns="91440" anchor="b">
            <a:noAutofit/>
          </a:bodyPr>
          <a:lstStyle/>
          <a:p>
            <a:pPr indent="0">
              <a:buNone/>
            </a:pPr>
            <a:r>
              <a:rPr lang="fr-FR" sz="4500" b="0" strike="noStrike" spc="-1">
                <a:solidFill>
                  <a:srgbClr val="000000"/>
                </a:solidFill>
                <a:latin typeface="Arial"/>
              </a:rPr>
              <a:t>Click to edit the title text format</a:t>
            </a:r>
          </a:p>
        </p:txBody>
      </p:sp>
      <p:grpSp>
        <p:nvGrpSpPr>
          <p:cNvPr id="46" name="Google Shape;56;p63"/>
          <p:cNvGrpSpPr/>
          <p:nvPr/>
        </p:nvGrpSpPr>
        <p:grpSpPr>
          <a:xfrm>
            <a:off x="-309600" y="3618000"/>
            <a:ext cx="1447920" cy="2238120"/>
            <a:chOff x="-309600" y="3618000"/>
            <a:chExt cx="1447920" cy="2238120"/>
          </a:xfrm>
        </p:grpSpPr>
        <p:grpSp>
          <p:nvGrpSpPr>
            <p:cNvPr id="47" name="Google Shape;57;p63"/>
            <p:cNvGrpSpPr/>
            <p:nvPr/>
          </p:nvGrpSpPr>
          <p:grpSpPr>
            <a:xfrm>
              <a:off x="-276480" y="3870720"/>
              <a:ext cx="981360" cy="1985400"/>
              <a:chOff x="-276480" y="3870720"/>
              <a:chExt cx="981360" cy="1985400"/>
            </a:xfrm>
          </p:grpSpPr>
          <p:sp>
            <p:nvSpPr>
              <p:cNvPr id="48" name="Google Shape;58;p63"/>
              <p:cNvSpPr/>
              <p:nvPr/>
            </p:nvSpPr>
            <p:spPr>
              <a:xfrm rot="10800000">
                <a:off x="-276120" y="387072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9" name="Google Shape;59;p63"/>
              <p:cNvSpPr/>
              <p:nvPr/>
            </p:nvSpPr>
            <p:spPr>
              <a:xfrm rot="10800000">
                <a:off x="-138960" y="387108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50" name="Google Shape;60;p63"/>
            <p:cNvGrpSpPr/>
            <p:nvPr/>
          </p:nvGrpSpPr>
          <p:grpSpPr>
            <a:xfrm>
              <a:off x="363240" y="4906800"/>
              <a:ext cx="699120" cy="478080"/>
              <a:chOff x="363240" y="4906800"/>
              <a:chExt cx="699120" cy="478080"/>
            </a:xfrm>
          </p:grpSpPr>
          <p:grpSp>
            <p:nvGrpSpPr>
              <p:cNvPr id="51" name="Google Shape;61;p63"/>
              <p:cNvGrpSpPr/>
              <p:nvPr/>
            </p:nvGrpSpPr>
            <p:grpSpPr>
              <a:xfrm>
                <a:off x="363240" y="4906800"/>
                <a:ext cx="478080" cy="478080"/>
                <a:chOff x="363240" y="4906800"/>
                <a:chExt cx="478080" cy="478080"/>
              </a:xfrm>
            </p:grpSpPr>
            <p:sp>
              <p:nvSpPr>
                <p:cNvPr id="52" name="Google Shape;62;p63"/>
                <p:cNvSpPr/>
                <p:nvPr/>
              </p:nvSpPr>
              <p:spPr>
                <a:xfrm rot="2700000">
                  <a:off x="429480" y="498024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53" name="Google Shape;63;p63"/>
                <p:cNvGrpSpPr/>
                <p:nvPr/>
              </p:nvGrpSpPr>
              <p:grpSpPr>
                <a:xfrm>
                  <a:off x="408240" y="5007600"/>
                  <a:ext cx="387360" cy="223200"/>
                  <a:chOff x="408240" y="5007600"/>
                  <a:chExt cx="387360" cy="223200"/>
                </a:xfrm>
              </p:grpSpPr>
              <p:sp>
                <p:nvSpPr>
                  <p:cNvPr id="54" name="Google Shape;64;p63"/>
                  <p:cNvSpPr/>
                  <p:nvPr/>
                </p:nvSpPr>
                <p:spPr>
                  <a:xfrm rot="2700000">
                    <a:off x="441000" y="5040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5" name="Google Shape;65;p63"/>
                  <p:cNvSpPr/>
                  <p:nvPr/>
                </p:nvSpPr>
                <p:spPr>
                  <a:xfrm rot="2700000">
                    <a:off x="482040" y="5040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6" name="Google Shape;66;p63"/>
                  <p:cNvSpPr/>
                  <p:nvPr/>
                </p:nvSpPr>
                <p:spPr>
                  <a:xfrm rot="2700000">
                    <a:off x="523080" y="5040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7" name="Google Shape;67;p63"/>
                  <p:cNvSpPr/>
                  <p:nvPr/>
                </p:nvSpPr>
                <p:spPr>
                  <a:xfrm rot="2700000">
                    <a:off x="564120" y="5040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8" name="Google Shape;68;p63"/>
                  <p:cNvSpPr/>
                  <p:nvPr/>
                </p:nvSpPr>
                <p:spPr>
                  <a:xfrm rot="2700000">
                    <a:off x="605160" y="5040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59" name="Google Shape;69;p63"/>
              <p:cNvSpPr/>
              <p:nvPr/>
            </p:nvSpPr>
            <p:spPr>
              <a:xfrm rot="18900000">
                <a:off x="694440" y="498600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60" name="Google Shape;70;p63"/>
            <p:cNvGrpSpPr/>
            <p:nvPr/>
          </p:nvGrpSpPr>
          <p:grpSpPr>
            <a:xfrm>
              <a:off x="-309600" y="3618000"/>
              <a:ext cx="1047240" cy="1350720"/>
              <a:chOff x="-309600" y="3618000"/>
              <a:chExt cx="1047240" cy="1350720"/>
            </a:xfrm>
          </p:grpSpPr>
          <p:sp>
            <p:nvSpPr>
              <p:cNvPr id="61" name="Google Shape;71;p63"/>
              <p:cNvSpPr/>
              <p:nvPr/>
            </p:nvSpPr>
            <p:spPr>
              <a:xfrm rot="13500000">
                <a:off x="37080" y="427140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2" name="Google Shape;72;p63"/>
              <p:cNvSpPr/>
              <p:nvPr/>
            </p:nvSpPr>
            <p:spPr>
              <a:xfrm rot="13500000">
                <a:off x="-38880" y="40870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3" name="Google Shape;73;p63"/>
              <p:cNvSpPr/>
              <p:nvPr/>
            </p:nvSpPr>
            <p:spPr>
              <a:xfrm rot="13500000">
                <a:off x="-115200" y="39232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4" name="Google Shape;74;p63"/>
              <p:cNvSpPr/>
              <p:nvPr/>
            </p:nvSpPr>
            <p:spPr>
              <a:xfrm rot="13500000">
                <a:off x="-191160" y="373896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65" name="Google Shape;75;p63"/>
            <p:cNvGrpSpPr/>
            <p:nvPr/>
          </p:nvGrpSpPr>
          <p:grpSpPr>
            <a:xfrm>
              <a:off x="439200" y="4567320"/>
              <a:ext cx="699120" cy="478080"/>
              <a:chOff x="439200" y="4567320"/>
              <a:chExt cx="699120" cy="478080"/>
            </a:xfrm>
          </p:grpSpPr>
          <p:grpSp>
            <p:nvGrpSpPr>
              <p:cNvPr id="66" name="Google Shape;76;p63"/>
              <p:cNvGrpSpPr/>
              <p:nvPr/>
            </p:nvGrpSpPr>
            <p:grpSpPr>
              <a:xfrm>
                <a:off x="439200" y="4567320"/>
                <a:ext cx="478080" cy="478080"/>
                <a:chOff x="439200" y="4567320"/>
                <a:chExt cx="478080" cy="478080"/>
              </a:xfrm>
            </p:grpSpPr>
            <p:sp>
              <p:nvSpPr>
                <p:cNvPr id="67" name="Google Shape;77;p63"/>
                <p:cNvSpPr/>
                <p:nvPr/>
              </p:nvSpPr>
              <p:spPr>
                <a:xfrm rot="2700000">
                  <a:off x="505440" y="464076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68" name="Google Shape;78;p63"/>
                <p:cNvGrpSpPr/>
                <p:nvPr/>
              </p:nvGrpSpPr>
              <p:grpSpPr>
                <a:xfrm>
                  <a:off x="483840" y="4668120"/>
                  <a:ext cx="387360" cy="223200"/>
                  <a:chOff x="483840" y="4668120"/>
                  <a:chExt cx="387360" cy="223200"/>
                </a:xfrm>
              </p:grpSpPr>
              <p:sp>
                <p:nvSpPr>
                  <p:cNvPr id="69" name="Google Shape;79;p63"/>
                  <p:cNvSpPr/>
                  <p:nvPr/>
                </p:nvSpPr>
                <p:spPr>
                  <a:xfrm rot="2700000">
                    <a:off x="516600" y="47005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0" name="Google Shape;80;p63"/>
                  <p:cNvSpPr/>
                  <p:nvPr/>
                </p:nvSpPr>
                <p:spPr>
                  <a:xfrm rot="2700000">
                    <a:off x="557640" y="47008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1" name="Google Shape;81;p63"/>
                  <p:cNvSpPr/>
                  <p:nvPr/>
                </p:nvSpPr>
                <p:spPr>
                  <a:xfrm rot="2700000">
                    <a:off x="598680" y="47005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2" name="Google Shape;82;p63"/>
                  <p:cNvSpPr/>
                  <p:nvPr/>
                </p:nvSpPr>
                <p:spPr>
                  <a:xfrm rot="2700000">
                    <a:off x="639720" y="47005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3" name="Google Shape;83;p63"/>
                  <p:cNvSpPr/>
                  <p:nvPr/>
                </p:nvSpPr>
                <p:spPr>
                  <a:xfrm rot="2700000">
                    <a:off x="680760" y="47008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74" name="Google Shape;84;p63"/>
              <p:cNvSpPr/>
              <p:nvPr/>
            </p:nvSpPr>
            <p:spPr>
              <a:xfrm rot="18900000">
                <a:off x="770400" y="464652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75" name="Google Shape;85;p63"/>
            <p:cNvGrpSpPr/>
            <p:nvPr/>
          </p:nvGrpSpPr>
          <p:grpSpPr>
            <a:xfrm>
              <a:off x="-64800" y="4623840"/>
              <a:ext cx="698760" cy="478080"/>
              <a:chOff x="-64800" y="4623840"/>
              <a:chExt cx="698760" cy="478080"/>
            </a:xfrm>
          </p:grpSpPr>
          <p:grpSp>
            <p:nvGrpSpPr>
              <p:cNvPr id="76" name="Google Shape;86;p63"/>
              <p:cNvGrpSpPr/>
              <p:nvPr/>
            </p:nvGrpSpPr>
            <p:grpSpPr>
              <a:xfrm>
                <a:off x="-64800" y="4623840"/>
                <a:ext cx="478080" cy="478080"/>
                <a:chOff x="-64800" y="4623840"/>
                <a:chExt cx="478080" cy="478080"/>
              </a:xfrm>
            </p:grpSpPr>
            <p:sp>
              <p:nvSpPr>
                <p:cNvPr id="77" name="Google Shape;87;p63"/>
                <p:cNvSpPr/>
                <p:nvPr/>
              </p:nvSpPr>
              <p:spPr>
                <a:xfrm rot="2700000">
                  <a:off x="1440" y="469728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78" name="Google Shape;88;p63"/>
                <p:cNvGrpSpPr/>
                <p:nvPr/>
              </p:nvGrpSpPr>
              <p:grpSpPr>
                <a:xfrm>
                  <a:off x="-20160" y="4724640"/>
                  <a:ext cx="387360" cy="223200"/>
                  <a:chOff x="-20160" y="4724640"/>
                  <a:chExt cx="387360" cy="223200"/>
                </a:xfrm>
              </p:grpSpPr>
              <p:sp>
                <p:nvSpPr>
                  <p:cNvPr id="79" name="Google Shape;89;p63"/>
                  <p:cNvSpPr/>
                  <p:nvPr/>
                </p:nvSpPr>
                <p:spPr>
                  <a:xfrm rot="2700000">
                    <a:off x="12240" y="47570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0" name="Google Shape;90;p63"/>
                  <p:cNvSpPr/>
                  <p:nvPr/>
                </p:nvSpPr>
                <p:spPr>
                  <a:xfrm rot="2700000">
                    <a:off x="53280" y="47574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1" name="Google Shape;91;p63"/>
                  <p:cNvSpPr/>
                  <p:nvPr/>
                </p:nvSpPr>
                <p:spPr>
                  <a:xfrm rot="2700000">
                    <a:off x="94320" y="47570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2" name="Google Shape;92;p63"/>
                  <p:cNvSpPr/>
                  <p:nvPr/>
                </p:nvSpPr>
                <p:spPr>
                  <a:xfrm rot="2700000">
                    <a:off x="135360" y="47570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3" name="Google Shape;93;p63"/>
                  <p:cNvSpPr/>
                  <p:nvPr/>
                </p:nvSpPr>
                <p:spPr>
                  <a:xfrm rot="2700000">
                    <a:off x="176400" y="47574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84" name="Google Shape;94;p63"/>
              <p:cNvSpPr/>
              <p:nvPr/>
            </p:nvSpPr>
            <p:spPr>
              <a:xfrm rot="18900000">
                <a:off x="266040" y="470304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8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8" name="Google Shape;952;p82"/>
          <p:cNvGrpSpPr/>
          <p:nvPr/>
        </p:nvGrpSpPr>
        <p:grpSpPr>
          <a:xfrm>
            <a:off x="5405040" y="2221200"/>
            <a:ext cx="4262760" cy="3616920"/>
            <a:chOff x="5405040" y="2221200"/>
            <a:chExt cx="4262760" cy="3616920"/>
          </a:xfrm>
        </p:grpSpPr>
        <p:sp>
          <p:nvSpPr>
            <p:cNvPr id="89" name="Google Shape;953;p82"/>
            <p:cNvSpPr/>
            <p:nvPr/>
          </p:nvSpPr>
          <p:spPr>
            <a:xfrm>
              <a:off x="5405040" y="2221200"/>
              <a:ext cx="4262760" cy="3616920"/>
            </a:xfrm>
            <a:prstGeom prst="ellipse">
              <a:avLst/>
            </a:pr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90" name="Google Shape;954;p82"/>
            <p:cNvGrpSpPr/>
            <p:nvPr/>
          </p:nvGrpSpPr>
          <p:grpSpPr>
            <a:xfrm>
              <a:off x="7294320" y="4854960"/>
              <a:ext cx="930600" cy="525600"/>
              <a:chOff x="7294320" y="4854960"/>
              <a:chExt cx="930600" cy="525600"/>
            </a:xfrm>
          </p:grpSpPr>
          <p:grpSp>
            <p:nvGrpSpPr>
              <p:cNvPr id="91" name="Google Shape;955;p82"/>
              <p:cNvGrpSpPr/>
              <p:nvPr/>
            </p:nvGrpSpPr>
            <p:grpSpPr>
              <a:xfrm>
                <a:off x="7786080" y="4941720"/>
                <a:ext cx="438840" cy="438840"/>
                <a:chOff x="7786080" y="4941720"/>
                <a:chExt cx="438840" cy="438840"/>
              </a:xfrm>
            </p:grpSpPr>
            <p:sp>
              <p:nvSpPr>
                <p:cNvPr id="92" name="Google Shape;956;p82"/>
                <p:cNvSpPr/>
                <p:nvPr/>
              </p:nvSpPr>
              <p:spPr>
                <a:xfrm>
                  <a:off x="7786080" y="494172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6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3" name="Google Shape;957;p82"/>
                <p:cNvSpPr/>
                <p:nvPr/>
              </p:nvSpPr>
              <p:spPr>
                <a:xfrm>
                  <a:off x="7874640" y="504180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6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94" name="Google Shape;958;p82"/>
              <p:cNvGrpSpPr/>
              <p:nvPr/>
            </p:nvGrpSpPr>
            <p:grpSpPr>
              <a:xfrm>
                <a:off x="7294320" y="4854960"/>
                <a:ext cx="438840" cy="438840"/>
                <a:chOff x="7294320" y="4854960"/>
                <a:chExt cx="438840" cy="438840"/>
              </a:xfrm>
            </p:grpSpPr>
            <p:sp>
              <p:nvSpPr>
                <p:cNvPr id="95" name="Google Shape;959;p82"/>
                <p:cNvSpPr/>
                <p:nvPr/>
              </p:nvSpPr>
              <p:spPr>
                <a:xfrm>
                  <a:off x="7294320" y="485496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6" name="Google Shape;960;p82"/>
                <p:cNvSpPr/>
                <p:nvPr/>
              </p:nvSpPr>
              <p:spPr>
                <a:xfrm>
                  <a:off x="7382520" y="495504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sp>
        <p:nvSpPr>
          <p:cNvPr id="9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rgbClr val="000000"/>
                </a:solidFill>
                <a:latin typeface="Arial"/>
              </a:rPr>
              <a:t>Click to edit the title text format</a:t>
            </a:r>
          </a:p>
        </p:txBody>
      </p:sp>
      <p:grpSp>
        <p:nvGrpSpPr>
          <p:cNvPr id="98" name="Google Shape;962;p82"/>
          <p:cNvGrpSpPr/>
          <p:nvPr/>
        </p:nvGrpSpPr>
        <p:grpSpPr>
          <a:xfrm>
            <a:off x="-2174760" y="3012480"/>
            <a:ext cx="3700800" cy="3344760"/>
            <a:chOff x="-2174760" y="3012480"/>
            <a:chExt cx="3700800" cy="3344760"/>
          </a:xfrm>
        </p:grpSpPr>
        <p:pic>
          <p:nvPicPr>
            <p:cNvPr id="99" name="Google Shape;963;p82"/>
            <p:cNvPicPr/>
            <p:nvPr/>
          </p:nvPicPr>
          <p:blipFill>
            <a:blip r:embed="rId3"/>
            <a:srcRect l="16959" t="24713" r="7122" b="26173"/>
            <a:stretch/>
          </p:blipFill>
          <p:spPr>
            <a:xfrm rot="10800000">
              <a:off x="-2174760" y="3532680"/>
              <a:ext cx="3700800" cy="2824560"/>
            </a:xfrm>
            <a:prstGeom prst="rect">
              <a:avLst/>
            </a:prstGeom>
            <a:ln w="0">
              <a:noFill/>
            </a:ln>
          </p:spPr>
        </p:pic>
        <p:sp>
          <p:nvSpPr>
            <p:cNvPr id="100" name="Google Shape;964;p82"/>
            <p:cNvSpPr/>
            <p:nvPr/>
          </p:nvSpPr>
          <p:spPr>
            <a:xfrm rot="10800000">
              <a:off x="-690120" y="3012480"/>
              <a:ext cx="1201320" cy="2824560"/>
            </a:xfrm>
            <a:custGeom>
              <a:avLst/>
              <a:gdLst>
                <a:gd name="textAreaLeft" fmla="*/ 0 w 1201320"/>
                <a:gd name="textAreaRight" fmla="*/ 1201680 w 1201320"/>
                <a:gd name="textAreaTop" fmla="*/ 0 h 2824560"/>
                <a:gd name="textAreaBottom" fmla="*/ 2824920 h 282456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1" name="Google Shape;965;p82"/>
            <p:cNvSpPr/>
            <p:nvPr/>
          </p:nvSpPr>
          <p:spPr>
            <a:xfrm rot="10800000">
              <a:off x="-495000" y="3013200"/>
              <a:ext cx="1201320" cy="2824560"/>
            </a:xfrm>
            <a:custGeom>
              <a:avLst/>
              <a:gdLst>
                <a:gd name="textAreaLeft" fmla="*/ 0 w 1201320"/>
                <a:gd name="textAreaRight" fmla="*/ 1201680 w 1201320"/>
                <a:gd name="textAreaTop" fmla="*/ 0 h 2824560"/>
                <a:gd name="textAreaBottom" fmla="*/ 2824920 h 282456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6000"/>
                  </a:srgbClr>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102" name="Google Shape;966;p82"/>
            <p:cNvGrpSpPr/>
            <p:nvPr/>
          </p:nvGrpSpPr>
          <p:grpSpPr>
            <a:xfrm>
              <a:off x="-326160" y="5427000"/>
              <a:ext cx="133560" cy="133560"/>
              <a:chOff x="-326160" y="5427000"/>
              <a:chExt cx="133560" cy="133560"/>
            </a:xfrm>
          </p:grpSpPr>
          <p:sp>
            <p:nvSpPr>
              <p:cNvPr id="103" name="Google Shape;967;p82"/>
              <p:cNvSpPr/>
              <p:nvPr/>
            </p:nvSpPr>
            <p:spPr>
              <a:xfrm rot="10800000">
                <a:off x="-326160" y="542700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4" name="Google Shape;968;p82"/>
              <p:cNvSpPr/>
              <p:nvPr/>
            </p:nvSpPr>
            <p:spPr>
              <a:xfrm rot="10800000">
                <a:off x="-307080" y="5445720"/>
                <a:ext cx="95760" cy="9576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05" name="Google Shape;969;p82"/>
            <p:cNvGrpSpPr/>
            <p:nvPr/>
          </p:nvGrpSpPr>
          <p:grpSpPr>
            <a:xfrm>
              <a:off x="159480" y="4587120"/>
              <a:ext cx="133560" cy="133560"/>
              <a:chOff x="159480" y="4587120"/>
              <a:chExt cx="133560" cy="133560"/>
            </a:xfrm>
          </p:grpSpPr>
          <p:sp>
            <p:nvSpPr>
              <p:cNvPr id="106" name="Google Shape;970;p82"/>
              <p:cNvSpPr/>
              <p:nvPr/>
            </p:nvSpPr>
            <p:spPr>
              <a:xfrm rot="10800000">
                <a:off x="159480" y="458712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7" name="Google Shape;971;p82"/>
              <p:cNvSpPr/>
              <p:nvPr/>
            </p:nvSpPr>
            <p:spPr>
              <a:xfrm rot="10800000">
                <a:off x="178200" y="4605840"/>
                <a:ext cx="95760" cy="9576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08" name="Google Shape;972;p82"/>
            <p:cNvGrpSpPr/>
            <p:nvPr/>
          </p:nvGrpSpPr>
          <p:grpSpPr>
            <a:xfrm>
              <a:off x="251640" y="3399120"/>
              <a:ext cx="133560" cy="133560"/>
              <a:chOff x="251640" y="3399120"/>
              <a:chExt cx="133560" cy="133560"/>
            </a:xfrm>
          </p:grpSpPr>
          <p:sp>
            <p:nvSpPr>
              <p:cNvPr id="109" name="Google Shape;973;p82"/>
              <p:cNvSpPr/>
              <p:nvPr/>
            </p:nvSpPr>
            <p:spPr>
              <a:xfrm rot="10800000">
                <a:off x="251640" y="339912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0" name="Google Shape;974;p82"/>
              <p:cNvSpPr/>
              <p:nvPr/>
            </p:nvSpPr>
            <p:spPr>
              <a:xfrm rot="10800000">
                <a:off x="270360" y="3417840"/>
                <a:ext cx="95760" cy="9576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111" name="Google Shape;975;p82"/>
          <p:cNvGrpSpPr/>
          <p:nvPr/>
        </p:nvGrpSpPr>
        <p:grpSpPr>
          <a:xfrm>
            <a:off x="5928840" y="-303840"/>
            <a:ext cx="5688000" cy="3547800"/>
            <a:chOff x="5928840" y="-303840"/>
            <a:chExt cx="5688000" cy="3547800"/>
          </a:xfrm>
        </p:grpSpPr>
        <p:grpSp>
          <p:nvGrpSpPr>
            <p:cNvPr id="112" name="Google Shape;976;p82"/>
            <p:cNvGrpSpPr/>
            <p:nvPr/>
          </p:nvGrpSpPr>
          <p:grpSpPr>
            <a:xfrm>
              <a:off x="8859600" y="1899360"/>
              <a:ext cx="401760" cy="1344600"/>
              <a:chOff x="8859600" y="1899360"/>
              <a:chExt cx="401760" cy="1344600"/>
            </a:xfrm>
          </p:grpSpPr>
          <p:sp>
            <p:nvSpPr>
              <p:cNvPr id="113" name="Google Shape;977;p82"/>
              <p:cNvSpPr/>
              <p:nvPr/>
            </p:nvSpPr>
            <p:spPr>
              <a:xfrm flipH="1">
                <a:off x="9014400" y="2017440"/>
                <a:ext cx="246600" cy="1226520"/>
              </a:xfrm>
              <a:custGeom>
                <a:avLst/>
                <a:gdLst>
                  <a:gd name="textAreaLeft" fmla="*/ -360 w 246600"/>
                  <a:gd name="textAreaRight" fmla="*/ 246600 w 246600"/>
                  <a:gd name="textAreaTop" fmla="*/ 0 h 1226520"/>
                  <a:gd name="textAreaBottom" fmla="*/ 1226880 h 122652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9900FF">
                      <a:alpha val="46000"/>
                    </a:srgbClr>
                  </a:gs>
                  <a:gs pos="100000">
                    <a:srgbClr val="FFFFFF">
                      <a:alpha val="0"/>
                    </a:srgbClr>
                  </a:gs>
                </a:gsLst>
                <a:lin ang="53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4" name="Google Shape;978;p82"/>
              <p:cNvSpPr/>
              <p:nvPr/>
            </p:nvSpPr>
            <p:spPr>
              <a:xfrm flipH="1">
                <a:off x="8859240" y="1899360"/>
                <a:ext cx="246600" cy="1226520"/>
              </a:xfrm>
              <a:custGeom>
                <a:avLst/>
                <a:gdLst>
                  <a:gd name="textAreaLeft" fmla="*/ -360 w 246600"/>
                  <a:gd name="textAreaRight" fmla="*/ 246600 w 246600"/>
                  <a:gd name="textAreaTop" fmla="*/ 0 h 1226520"/>
                  <a:gd name="textAreaBottom" fmla="*/ 1226880 h 1226520"/>
                </a:gdLst>
                <a:ahLst/>
                <a:cxnLst/>
                <a:rect l="textAreaLeft" t="textAreaTop" r="textAreaRight" b="textAreaBottom"/>
                <a:pathLst>
                  <a:path w="6019" h="29909">
                    <a:moveTo>
                      <a:pt x="1" y="1"/>
                    </a:moveTo>
                    <a:lnTo>
                      <a:pt x="1" y="305"/>
                    </a:lnTo>
                    <a:lnTo>
                      <a:pt x="5714" y="305"/>
                    </a:lnTo>
                    <a:lnTo>
                      <a:pt x="5714" y="29909"/>
                    </a:lnTo>
                    <a:lnTo>
                      <a:pt x="6019" y="29909"/>
                    </a:lnTo>
                    <a:lnTo>
                      <a:pt x="6019" y="1"/>
                    </a:lnTo>
                    <a:close/>
                  </a:path>
                </a:pathLst>
              </a:custGeom>
              <a:gradFill rotWithShape="0">
                <a:gsLst>
                  <a:gs pos="0">
                    <a:srgbClr val="EB9109"/>
                  </a:gs>
                  <a:gs pos="40000">
                    <a:srgbClr val="FF9900">
                      <a:alpha val="40000"/>
                    </a:srgbClr>
                  </a:gs>
                  <a:gs pos="100000">
                    <a:srgbClr val="FFFFFF">
                      <a:alpha val="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15" name="Google Shape;979;p82"/>
            <p:cNvGrpSpPr/>
            <p:nvPr/>
          </p:nvGrpSpPr>
          <p:grpSpPr>
            <a:xfrm>
              <a:off x="8674920" y="1421280"/>
              <a:ext cx="904320" cy="725760"/>
              <a:chOff x="8674920" y="1421280"/>
              <a:chExt cx="904320" cy="725760"/>
            </a:xfrm>
          </p:grpSpPr>
          <p:sp>
            <p:nvSpPr>
              <p:cNvPr id="116" name="Google Shape;980;p82"/>
              <p:cNvSpPr/>
              <p:nvPr/>
            </p:nvSpPr>
            <p:spPr>
              <a:xfrm>
                <a:off x="8906400" y="1564560"/>
                <a:ext cx="672840" cy="582480"/>
              </a:xfrm>
              <a:custGeom>
                <a:avLst/>
                <a:gdLst>
                  <a:gd name="textAreaLeft" fmla="*/ 0 w 672840"/>
                  <a:gd name="textAreaRight" fmla="*/ 673200 w 672840"/>
                  <a:gd name="textAreaTop" fmla="*/ 0 h 582480"/>
                  <a:gd name="textAreaBottom" fmla="*/ 582840 h 5824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7" name="Google Shape;981;p82"/>
              <p:cNvSpPr/>
              <p:nvPr/>
            </p:nvSpPr>
            <p:spPr>
              <a:xfrm>
                <a:off x="8894160" y="142128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8" name="Google Shape;982;p82"/>
              <p:cNvSpPr/>
              <p:nvPr/>
            </p:nvSpPr>
            <p:spPr>
              <a:xfrm>
                <a:off x="8674920" y="156456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19" name="Google Shape;983;p82"/>
            <p:cNvGrpSpPr/>
            <p:nvPr/>
          </p:nvGrpSpPr>
          <p:grpSpPr>
            <a:xfrm>
              <a:off x="7678800" y="-303840"/>
              <a:ext cx="2555280" cy="2546640"/>
              <a:chOff x="7678800" y="-303840"/>
              <a:chExt cx="2555280" cy="2546640"/>
            </a:xfrm>
          </p:grpSpPr>
          <p:sp>
            <p:nvSpPr>
              <p:cNvPr id="120" name="Google Shape;984;p82"/>
              <p:cNvSpPr/>
              <p:nvPr/>
            </p:nvSpPr>
            <p:spPr>
              <a:xfrm rot="18900000" flipH="1" flipV="1">
                <a:off x="8404560" y="-204840"/>
                <a:ext cx="981720" cy="2461320"/>
              </a:xfrm>
              <a:custGeom>
                <a:avLst/>
                <a:gdLst>
                  <a:gd name="textAreaLeft" fmla="*/ -360 w 981720"/>
                  <a:gd name="textAreaRight" fmla="*/ 981720 w 981720"/>
                  <a:gd name="textAreaTop" fmla="*/ -360 h 2461320"/>
                  <a:gd name="textAreaBottom" fmla="*/ 2461320 h 246132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18906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1" name="Google Shape;985;p82"/>
              <p:cNvSpPr/>
              <p:nvPr/>
            </p:nvSpPr>
            <p:spPr>
              <a:xfrm rot="18900000" flipH="1" flipV="1">
                <a:off x="8525160" y="-317160"/>
                <a:ext cx="981720" cy="2461320"/>
              </a:xfrm>
              <a:custGeom>
                <a:avLst/>
                <a:gdLst>
                  <a:gd name="textAreaLeft" fmla="*/ -360 w 981720"/>
                  <a:gd name="textAreaRight" fmla="*/ 981720 w 981720"/>
                  <a:gd name="textAreaTop" fmla="*/ -360 h 2461320"/>
                  <a:gd name="textAreaBottom" fmla="*/ 2461320 h 246132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122" name="Google Shape;986;p82"/>
            <p:cNvSpPr/>
            <p:nvPr/>
          </p:nvSpPr>
          <p:spPr>
            <a:xfrm rot="5400000" flipH="1">
              <a:off x="6627240" y="-895320"/>
              <a:ext cx="577080" cy="1974240"/>
            </a:xfrm>
            <a:custGeom>
              <a:avLst/>
              <a:gdLst>
                <a:gd name="textAreaLeft" fmla="*/ -360 w 577080"/>
                <a:gd name="textAreaRight" fmla="*/ 577080 w 577080"/>
                <a:gd name="textAreaTop" fmla="*/ 0 h 1974240"/>
                <a:gd name="textAreaBottom" fmla="*/ 1974600 h 1974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6000"/>
                  </a:srgbClr>
                </a:gs>
                <a:gs pos="100000">
                  <a:srgbClr val="FFFFFF">
                    <a:alpha val="0"/>
                  </a:srgbClr>
                </a:gs>
              </a:gsLst>
              <a:lin ang="107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123" name="Google Shape;987;p82"/>
            <p:cNvGrpSpPr/>
            <p:nvPr/>
          </p:nvGrpSpPr>
          <p:grpSpPr>
            <a:xfrm>
              <a:off x="6993720" y="245880"/>
              <a:ext cx="4623120" cy="133560"/>
              <a:chOff x="6993720" y="245880"/>
              <a:chExt cx="4623120" cy="133560"/>
            </a:xfrm>
          </p:grpSpPr>
          <p:sp>
            <p:nvSpPr>
              <p:cNvPr id="124" name="Google Shape;988;p82"/>
              <p:cNvSpPr/>
              <p:nvPr/>
            </p:nvSpPr>
            <p:spPr>
              <a:xfrm flipH="1">
                <a:off x="6993360" y="245880"/>
                <a:ext cx="133560" cy="13356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5" name="Google Shape;989;p82"/>
              <p:cNvSpPr/>
              <p:nvPr/>
            </p:nvSpPr>
            <p:spPr>
              <a:xfrm flipH="1">
                <a:off x="7023960" y="2761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126" name="Google Shape;990;p82"/>
              <p:cNvCxnSpPr/>
              <p:nvPr/>
            </p:nvCxnSpPr>
            <p:spPr>
              <a:xfrm flipH="1">
                <a:off x="7089840" y="312840"/>
                <a:ext cx="4527360" cy="360"/>
              </a:xfrm>
              <a:prstGeom prst="straightConnector1">
                <a:avLst/>
              </a:prstGeom>
              <a:ln w="9525">
                <a:solidFill>
                  <a:srgbClr val="0C0A9E"/>
                </a:solidFill>
                <a:round/>
              </a:ln>
            </p:spPr>
          </p:cxnSp>
        </p:grpSp>
      </p:gr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27" name="PlaceHolder 1"/>
          <p:cNvSpPr>
            <a:spLocks noGrp="1"/>
          </p:cNvSpPr>
          <p:nvPr>
            <p:ph type="title"/>
          </p:nvPr>
        </p:nvSpPr>
        <p:spPr>
          <a:xfrm>
            <a:off x="720000" y="1566000"/>
            <a:ext cx="2798640" cy="760320"/>
          </a:xfrm>
          <a:prstGeom prst="rect">
            <a:avLst/>
          </a:prstGeom>
          <a:noFill/>
          <a:ln w="0">
            <a:noFill/>
          </a:ln>
        </p:spPr>
        <p:txBody>
          <a:bodyPr lIns="91440" tIns="91440" rIns="91440" bIns="91440" anchor="b">
            <a:noAutofit/>
          </a:bodyPr>
          <a:lstStyle/>
          <a:p>
            <a:pPr indent="0">
              <a:buNone/>
            </a:pPr>
            <a:r>
              <a:rPr lang="fr-FR" sz="3000" b="0" strike="noStrike" spc="-1">
                <a:solidFill>
                  <a:srgbClr val="000000"/>
                </a:solidFill>
                <a:latin typeface="Arial"/>
              </a:rPr>
              <a:t>Click to edit the title text format</a:t>
            </a:r>
          </a:p>
        </p:txBody>
      </p:sp>
      <p:grpSp>
        <p:nvGrpSpPr>
          <p:cNvPr id="128" name="Google Shape;1070;p84"/>
          <p:cNvGrpSpPr/>
          <p:nvPr/>
        </p:nvGrpSpPr>
        <p:grpSpPr>
          <a:xfrm>
            <a:off x="-1623600" y="2499840"/>
            <a:ext cx="5118840" cy="4373640"/>
            <a:chOff x="-1623600" y="2499840"/>
            <a:chExt cx="5118840" cy="4373640"/>
          </a:xfrm>
        </p:grpSpPr>
        <p:pic>
          <p:nvPicPr>
            <p:cNvPr id="129" name="Google Shape;1071;p84"/>
            <p:cNvPicPr/>
            <p:nvPr/>
          </p:nvPicPr>
          <p:blipFill>
            <a:blip r:embed="rId3"/>
            <a:srcRect l="16959" t="24713" r="7122" b="26173"/>
            <a:stretch/>
          </p:blipFill>
          <p:spPr>
            <a:xfrm rot="16200000">
              <a:off x="-1827000" y="3417480"/>
              <a:ext cx="3920040" cy="2991960"/>
            </a:xfrm>
            <a:prstGeom prst="rect">
              <a:avLst/>
            </a:prstGeom>
            <a:ln w="0">
              <a:noFill/>
            </a:ln>
          </p:spPr>
        </p:pic>
        <p:grpSp>
          <p:nvGrpSpPr>
            <p:cNvPr id="130" name="Google Shape;1072;p84"/>
            <p:cNvGrpSpPr/>
            <p:nvPr/>
          </p:nvGrpSpPr>
          <p:grpSpPr>
            <a:xfrm>
              <a:off x="47520" y="4588560"/>
              <a:ext cx="480600" cy="480240"/>
              <a:chOff x="47520" y="4588560"/>
              <a:chExt cx="480600" cy="480240"/>
            </a:xfrm>
          </p:grpSpPr>
          <p:sp>
            <p:nvSpPr>
              <p:cNvPr id="131" name="Google Shape;1073;p84"/>
              <p:cNvSpPr/>
              <p:nvPr/>
            </p:nvSpPr>
            <p:spPr>
              <a:xfrm rot="16200000">
                <a:off x="426600" y="4967280"/>
                <a:ext cx="101520" cy="101520"/>
              </a:xfrm>
              <a:custGeom>
                <a:avLst/>
                <a:gdLst>
                  <a:gd name="textAreaLeft" fmla="*/ 0 w 101520"/>
                  <a:gd name="textAreaRight" fmla="*/ 101880 w 101520"/>
                  <a:gd name="textAreaTop" fmla="*/ 0 h 101520"/>
                  <a:gd name="textAreaBottom" fmla="*/ 101880 h 1015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32" name="Google Shape;1074;p84"/>
              <p:cNvSpPr/>
              <p:nvPr/>
            </p:nvSpPr>
            <p:spPr>
              <a:xfrm rot="16200000">
                <a:off x="363240" y="4903920"/>
                <a:ext cx="101520" cy="101880"/>
              </a:xfrm>
              <a:custGeom>
                <a:avLst/>
                <a:gdLst>
                  <a:gd name="textAreaLeft" fmla="*/ 0 w 101520"/>
                  <a:gd name="textAreaRight" fmla="*/ 101880 w 101520"/>
                  <a:gd name="textAreaTop" fmla="*/ 0 h 101880"/>
                  <a:gd name="textAreaBottom" fmla="*/ 102240 h 1018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1120" bIns="511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33" name="Google Shape;1075;p84"/>
              <p:cNvSpPr/>
              <p:nvPr/>
            </p:nvSpPr>
            <p:spPr>
              <a:xfrm rot="16200000">
                <a:off x="300240" y="4840920"/>
                <a:ext cx="101880" cy="101520"/>
              </a:xfrm>
              <a:custGeom>
                <a:avLst/>
                <a:gdLst>
                  <a:gd name="textAreaLeft" fmla="*/ 0 w 101880"/>
                  <a:gd name="textAreaRight" fmla="*/ 102240 w 101880"/>
                  <a:gd name="textAreaTop" fmla="*/ 0 h 101520"/>
                  <a:gd name="textAreaBottom" fmla="*/ 101880 h 1015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34" name="Google Shape;1076;p84"/>
              <p:cNvSpPr/>
              <p:nvPr/>
            </p:nvSpPr>
            <p:spPr>
              <a:xfrm rot="16200000">
                <a:off x="236880" y="4777920"/>
                <a:ext cx="101880" cy="101520"/>
              </a:xfrm>
              <a:custGeom>
                <a:avLst/>
                <a:gdLst>
                  <a:gd name="textAreaLeft" fmla="*/ 0 w 101880"/>
                  <a:gd name="textAreaRight" fmla="*/ 102240 w 101880"/>
                  <a:gd name="textAreaTop" fmla="*/ 0 h 101520"/>
                  <a:gd name="textAreaBottom" fmla="*/ 101880 h 1015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35" name="Google Shape;1077;p84"/>
              <p:cNvSpPr/>
              <p:nvPr/>
            </p:nvSpPr>
            <p:spPr>
              <a:xfrm rot="16200000">
                <a:off x="174240" y="4714560"/>
                <a:ext cx="101520" cy="101520"/>
              </a:xfrm>
              <a:custGeom>
                <a:avLst/>
                <a:gdLst>
                  <a:gd name="textAreaLeft" fmla="*/ 0 w 101520"/>
                  <a:gd name="textAreaRight" fmla="*/ 101880 w 101520"/>
                  <a:gd name="textAreaTop" fmla="*/ 0 h 101520"/>
                  <a:gd name="textAreaBottom" fmla="*/ 101880 h 1015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36" name="Google Shape;1078;p84"/>
              <p:cNvSpPr/>
              <p:nvPr/>
            </p:nvSpPr>
            <p:spPr>
              <a:xfrm rot="16200000">
                <a:off x="110880" y="4651560"/>
                <a:ext cx="101520" cy="101520"/>
              </a:xfrm>
              <a:custGeom>
                <a:avLst/>
                <a:gdLst>
                  <a:gd name="textAreaLeft" fmla="*/ 0 w 101520"/>
                  <a:gd name="textAreaRight" fmla="*/ 101880 w 101520"/>
                  <a:gd name="textAreaTop" fmla="*/ 0 h 101520"/>
                  <a:gd name="textAreaBottom" fmla="*/ 101880 h 1015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0760" bIns="507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37" name="Google Shape;1079;p84"/>
              <p:cNvSpPr/>
              <p:nvPr/>
            </p:nvSpPr>
            <p:spPr>
              <a:xfrm rot="16200000">
                <a:off x="47520" y="4588200"/>
                <a:ext cx="101520" cy="101880"/>
              </a:xfrm>
              <a:custGeom>
                <a:avLst/>
                <a:gdLst>
                  <a:gd name="textAreaLeft" fmla="*/ 0 w 101520"/>
                  <a:gd name="textAreaRight" fmla="*/ 101880 w 101520"/>
                  <a:gd name="textAreaTop" fmla="*/ 0 h 101880"/>
                  <a:gd name="textAreaBottom" fmla="*/ 102240 h 1018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51120" bIns="511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38" name="Google Shape;1080;p84"/>
            <p:cNvGrpSpPr/>
            <p:nvPr/>
          </p:nvGrpSpPr>
          <p:grpSpPr>
            <a:xfrm>
              <a:off x="-1623600" y="3062880"/>
              <a:ext cx="5118840" cy="3152880"/>
              <a:chOff x="-1623600" y="3062880"/>
              <a:chExt cx="5118840" cy="3152880"/>
            </a:xfrm>
          </p:grpSpPr>
          <p:sp>
            <p:nvSpPr>
              <p:cNvPr id="139" name="Google Shape;1081;p84"/>
              <p:cNvSpPr/>
              <p:nvPr/>
            </p:nvSpPr>
            <p:spPr>
              <a:xfrm rot="16200000">
                <a:off x="-640440" y="207972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140" name="Google Shape;1082;p84"/>
              <p:cNvGrpSpPr/>
              <p:nvPr/>
            </p:nvGrpSpPr>
            <p:grpSpPr>
              <a:xfrm>
                <a:off x="1063440" y="4663080"/>
                <a:ext cx="133560" cy="133560"/>
                <a:chOff x="1063440" y="4663080"/>
                <a:chExt cx="133560" cy="133560"/>
              </a:xfrm>
            </p:grpSpPr>
            <p:sp>
              <p:nvSpPr>
                <p:cNvPr id="141" name="Google Shape;1083;p84"/>
                <p:cNvSpPr/>
                <p:nvPr/>
              </p:nvSpPr>
              <p:spPr>
                <a:xfrm rot="16200000">
                  <a:off x="1063440" y="466308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42" name="Google Shape;1084;p84"/>
                <p:cNvSpPr/>
                <p:nvPr/>
              </p:nvSpPr>
              <p:spPr>
                <a:xfrm rot="16200000">
                  <a:off x="1082160" y="4682160"/>
                  <a:ext cx="95760" cy="9576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43" name="Google Shape;1085;p84"/>
              <p:cNvGrpSpPr/>
              <p:nvPr/>
            </p:nvGrpSpPr>
            <p:grpSpPr>
              <a:xfrm>
                <a:off x="689400" y="5047200"/>
                <a:ext cx="133560" cy="133560"/>
                <a:chOff x="689400" y="5047200"/>
                <a:chExt cx="133560" cy="133560"/>
              </a:xfrm>
            </p:grpSpPr>
            <p:sp>
              <p:nvSpPr>
                <p:cNvPr id="144" name="Google Shape;1086;p84"/>
                <p:cNvSpPr/>
                <p:nvPr/>
              </p:nvSpPr>
              <p:spPr>
                <a:xfrm rot="16200000">
                  <a:off x="689400" y="504720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45" name="Google Shape;1087;p84"/>
                <p:cNvSpPr/>
                <p:nvPr/>
              </p:nvSpPr>
              <p:spPr>
                <a:xfrm rot="16200000">
                  <a:off x="708480" y="5065920"/>
                  <a:ext cx="95760" cy="9576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46" name="Google Shape;1088;p84"/>
              <p:cNvGrpSpPr/>
              <p:nvPr/>
            </p:nvGrpSpPr>
            <p:grpSpPr>
              <a:xfrm>
                <a:off x="3240" y="4053600"/>
                <a:ext cx="133560" cy="133560"/>
                <a:chOff x="3240" y="4053600"/>
                <a:chExt cx="133560" cy="133560"/>
              </a:xfrm>
            </p:grpSpPr>
            <p:sp>
              <p:nvSpPr>
                <p:cNvPr id="147" name="Google Shape;1089;p84"/>
                <p:cNvSpPr/>
                <p:nvPr/>
              </p:nvSpPr>
              <p:spPr>
                <a:xfrm rot="16200000">
                  <a:off x="3240" y="405360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48" name="Google Shape;1090;p84"/>
                <p:cNvSpPr/>
                <p:nvPr/>
              </p:nvSpPr>
              <p:spPr>
                <a:xfrm rot="16200000">
                  <a:off x="22320" y="4072680"/>
                  <a:ext cx="95760" cy="9576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149" name="Google Shape;1091;p84"/>
            <p:cNvSpPr/>
            <p:nvPr/>
          </p:nvSpPr>
          <p:spPr>
            <a:xfrm>
              <a:off x="-706320" y="2499840"/>
              <a:ext cx="1030680" cy="2751840"/>
            </a:xfrm>
            <a:custGeom>
              <a:avLst/>
              <a:gdLst>
                <a:gd name="textAreaLeft" fmla="*/ 0 w 1030680"/>
                <a:gd name="textAreaRight" fmla="*/ 1031040 w 1030680"/>
                <a:gd name="textAreaTop" fmla="*/ 0 h 2751840"/>
                <a:gd name="textAreaBottom" fmla="*/ 2752200 h 2751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150" name="Google Shape;1092;p84"/>
            <p:cNvGrpSpPr/>
            <p:nvPr/>
          </p:nvGrpSpPr>
          <p:grpSpPr>
            <a:xfrm>
              <a:off x="-1008720" y="4443840"/>
              <a:ext cx="2151360" cy="87840"/>
              <a:chOff x="-1008720" y="4443840"/>
              <a:chExt cx="2151360" cy="87840"/>
            </a:xfrm>
          </p:grpSpPr>
          <p:sp>
            <p:nvSpPr>
              <p:cNvPr id="151" name="Google Shape;1093;p84"/>
              <p:cNvSpPr/>
              <p:nvPr/>
            </p:nvSpPr>
            <p:spPr>
              <a:xfrm rot="16200000">
                <a:off x="60840" y="3449880"/>
                <a:ext cx="12240" cy="2151360"/>
              </a:xfrm>
              <a:custGeom>
                <a:avLst/>
                <a:gdLst>
                  <a:gd name="textAreaLeft" fmla="*/ 0 w 12240"/>
                  <a:gd name="textAreaRight" fmla="*/ 12600 w 12240"/>
                  <a:gd name="textAreaTop" fmla="*/ 0 h 2151360"/>
                  <a:gd name="textAreaBottom" fmla="*/ 2151720 h 215136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52" name="Google Shape;1094;p84"/>
              <p:cNvSpPr/>
              <p:nvPr/>
            </p:nvSpPr>
            <p:spPr>
              <a:xfrm rot="16200000">
                <a:off x="60840" y="3374280"/>
                <a:ext cx="12240" cy="2151360"/>
              </a:xfrm>
              <a:custGeom>
                <a:avLst/>
                <a:gdLst>
                  <a:gd name="textAreaLeft" fmla="*/ 0 w 12240"/>
                  <a:gd name="textAreaRight" fmla="*/ 12600 w 12240"/>
                  <a:gd name="textAreaTop" fmla="*/ 0 h 2151360"/>
                  <a:gd name="textAreaBottom" fmla="*/ 2151720 h 215136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53" name="Google Shape;1095;p84"/>
            <p:cNvGrpSpPr/>
            <p:nvPr/>
          </p:nvGrpSpPr>
          <p:grpSpPr>
            <a:xfrm>
              <a:off x="-1136520" y="4683600"/>
              <a:ext cx="2151360" cy="87840"/>
              <a:chOff x="-1136520" y="4683600"/>
              <a:chExt cx="2151360" cy="87840"/>
            </a:xfrm>
          </p:grpSpPr>
          <p:sp>
            <p:nvSpPr>
              <p:cNvPr id="154" name="Google Shape;1096;p84"/>
              <p:cNvSpPr/>
              <p:nvPr/>
            </p:nvSpPr>
            <p:spPr>
              <a:xfrm rot="16200000">
                <a:off x="-66960" y="3689640"/>
                <a:ext cx="12240" cy="2151360"/>
              </a:xfrm>
              <a:custGeom>
                <a:avLst/>
                <a:gdLst>
                  <a:gd name="textAreaLeft" fmla="*/ 0 w 12240"/>
                  <a:gd name="textAreaRight" fmla="*/ 12600 w 12240"/>
                  <a:gd name="textAreaTop" fmla="*/ 0 h 2151360"/>
                  <a:gd name="textAreaBottom" fmla="*/ 2151720 h 215136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EB9109">
                      <a:alpha val="47000"/>
                    </a:srgbClr>
                  </a:gs>
                  <a:gs pos="40000">
                    <a:srgbClr val="FF9900">
                      <a:alpha val="47000"/>
                    </a:srgbClr>
                  </a:gs>
                  <a:gs pos="100000">
                    <a:srgbClr val="FFFFFF">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55" name="Google Shape;1097;p84"/>
              <p:cNvSpPr/>
              <p:nvPr/>
            </p:nvSpPr>
            <p:spPr>
              <a:xfrm rot="16200000">
                <a:off x="-66960" y="3614040"/>
                <a:ext cx="12240" cy="2151360"/>
              </a:xfrm>
              <a:custGeom>
                <a:avLst/>
                <a:gdLst>
                  <a:gd name="textAreaLeft" fmla="*/ 0 w 12240"/>
                  <a:gd name="textAreaRight" fmla="*/ 12600 w 12240"/>
                  <a:gd name="textAreaTop" fmla="*/ 0 h 2151360"/>
                  <a:gd name="textAreaBottom" fmla="*/ 2151720 h 215136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EB9109">
                      <a:alpha val="47000"/>
                    </a:srgbClr>
                  </a:gs>
                  <a:gs pos="40000">
                    <a:srgbClr val="FF9900">
                      <a:alpha val="47000"/>
                    </a:srgbClr>
                  </a:gs>
                  <a:gs pos="100000">
                    <a:srgbClr val="FFFFFF">
                      <a:alpha val="47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156" name="Google Shape;1098;p84"/>
          <p:cNvGrpSpPr/>
          <p:nvPr/>
        </p:nvGrpSpPr>
        <p:grpSpPr>
          <a:xfrm>
            <a:off x="7628040" y="-1420200"/>
            <a:ext cx="3213720" cy="3920040"/>
            <a:chOff x="7628040" y="-1420200"/>
            <a:chExt cx="3213720" cy="3920040"/>
          </a:xfrm>
        </p:grpSpPr>
        <p:pic>
          <p:nvPicPr>
            <p:cNvPr id="157" name="Google Shape;1099;p84"/>
            <p:cNvPicPr/>
            <p:nvPr/>
          </p:nvPicPr>
          <p:blipFill>
            <a:blip r:embed="rId3"/>
            <a:srcRect l="16959" t="24713" r="7122" b="26173"/>
            <a:stretch/>
          </p:blipFill>
          <p:spPr>
            <a:xfrm rot="16200000">
              <a:off x="7385760" y="-956160"/>
              <a:ext cx="3920040" cy="2991960"/>
            </a:xfrm>
            <a:prstGeom prst="rect">
              <a:avLst/>
            </a:prstGeom>
            <a:ln w="0">
              <a:noFill/>
            </a:ln>
          </p:spPr>
        </p:pic>
        <p:sp>
          <p:nvSpPr>
            <p:cNvPr id="158" name="Google Shape;1100;p84"/>
            <p:cNvSpPr/>
            <p:nvPr/>
          </p:nvSpPr>
          <p:spPr>
            <a:xfrm rot="5400000">
              <a:off x="8389440" y="-37116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EB9109"/>
                </a:gs>
                <a:gs pos="40000">
                  <a:srgbClr val="FF9900">
                    <a:alpha val="40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59" name="Google Shape;1101;p84"/>
            <p:cNvSpPr/>
            <p:nvPr/>
          </p:nvSpPr>
          <p:spPr>
            <a:xfrm rot="5400000">
              <a:off x="8390160" y="-53028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40000">
                  <a:srgbClr val="FF9900">
                    <a:alpha val="40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60" name="Google Shape;1102;p84"/>
            <p:cNvSpPr/>
            <p:nvPr/>
          </p:nvSpPr>
          <p:spPr>
            <a:xfrm rot="16200000">
              <a:off x="7625520" y="-99720"/>
              <a:ext cx="480600" cy="475560"/>
            </a:xfrm>
            <a:custGeom>
              <a:avLst/>
              <a:gdLst>
                <a:gd name="textAreaLeft" fmla="*/ 0 w 480600"/>
                <a:gd name="textAreaRight" fmla="*/ 480960 w 480600"/>
                <a:gd name="textAreaTop" fmla="*/ 0 h 475560"/>
                <a:gd name="textAreaBottom" fmla="*/ 475920 h 47556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161" name="Google Shape;1103;p84"/>
            <p:cNvGrpSpPr/>
            <p:nvPr/>
          </p:nvGrpSpPr>
          <p:grpSpPr>
            <a:xfrm>
              <a:off x="8277480" y="-228240"/>
              <a:ext cx="1650960" cy="699840"/>
              <a:chOff x="8277480" y="-228240"/>
              <a:chExt cx="1650960" cy="699840"/>
            </a:xfrm>
          </p:grpSpPr>
          <p:sp>
            <p:nvSpPr>
              <p:cNvPr id="162" name="Google Shape;1104;p84"/>
              <p:cNvSpPr/>
              <p:nvPr/>
            </p:nvSpPr>
            <p:spPr>
              <a:xfrm rot="16200000">
                <a:off x="8542800" y="-276480"/>
                <a:ext cx="482760" cy="1013400"/>
              </a:xfrm>
              <a:custGeom>
                <a:avLst/>
                <a:gdLst>
                  <a:gd name="textAreaLeft" fmla="*/ 0 w 482760"/>
                  <a:gd name="textAreaRight" fmla="*/ 483120 w 482760"/>
                  <a:gd name="textAreaTop" fmla="*/ 0 h 1013400"/>
                  <a:gd name="textAreaBottom" fmla="*/ 1013760 h 1013400"/>
                </a:gdLst>
                <a:ahLst/>
                <a:cxnLst/>
                <a:rect l="textAreaLeft" t="textAreaTop" r="textAreaRight" b="textAreaBottom"/>
                <a:pathLst>
                  <a:path w="11779" h="24714">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63" name="Google Shape;1105;p84"/>
              <p:cNvSpPr/>
              <p:nvPr/>
            </p:nvSpPr>
            <p:spPr>
              <a:xfrm rot="16200000">
                <a:off x="9191880" y="-62532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64" name="Google Shape;1106;p84"/>
              <p:cNvSpPr/>
              <p:nvPr/>
            </p:nvSpPr>
            <p:spPr>
              <a:xfrm rot="16200000">
                <a:off x="9098640" y="-717840"/>
                <a:ext cx="246600" cy="1226520"/>
              </a:xfrm>
              <a:custGeom>
                <a:avLst/>
                <a:gdLst>
                  <a:gd name="textAreaLeft" fmla="*/ 0 w 246600"/>
                  <a:gd name="textAreaRight" fmla="*/ 246960 w 246600"/>
                  <a:gd name="textAreaTop" fmla="*/ 0 h 1226520"/>
                  <a:gd name="textAreaBottom" fmla="*/ 1226880 h 1226520"/>
                </a:gdLst>
                <a:ahLst/>
                <a:cxnLst/>
                <a:rect l="textAreaLeft" t="textAreaTop" r="textAreaRight" b="textAreaBottom"/>
                <a:pathLst>
                  <a:path w="6019" h="29909">
                    <a:moveTo>
                      <a:pt x="1" y="1"/>
                    </a:moveTo>
                    <a:lnTo>
                      <a:pt x="1" y="305"/>
                    </a:lnTo>
                    <a:lnTo>
                      <a:pt x="5714" y="305"/>
                    </a:lnTo>
                    <a:lnTo>
                      <a:pt x="5714" y="29909"/>
                    </a:lnTo>
                    <a:lnTo>
                      <a:pt x="6019" y="29909"/>
                    </a:lnTo>
                    <a:lnTo>
                      <a:pt x="6019" y="1"/>
                    </a:lnTo>
                    <a:close/>
                  </a:path>
                </a:pathLst>
              </a:custGeom>
              <a:gradFill rotWithShape="0">
                <a:gsLst>
                  <a:gs pos="0">
                    <a:srgbClr val="0C0A9E">
                      <a:alpha val="37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65" name="Google Shape;1107;p84"/>
            <p:cNvGrpSpPr/>
            <p:nvPr/>
          </p:nvGrpSpPr>
          <p:grpSpPr>
            <a:xfrm>
              <a:off x="9087120" y="-40320"/>
              <a:ext cx="725760" cy="904320"/>
              <a:chOff x="9087120" y="-40320"/>
              <a:chExt cx="725760" cy="904320"/>
            </a:xfrm>
          </p:grpSpPr>
          <p:sp>
            <p:nvSpPr>
              <p:cNvPr id="166" name="Google Shape;1108;p84"/>
              <p:cNvSpPr/>
              <p:nvPr/>
            </p:nvSpPr>
            <p:spPr>
              <a:xfrm rot="16200000">
                <a:off x="9185040" y="4680"/>
                <a:ext cx="672840" cy="582480"/>
              </a:xfrm>
              <a:custGeom>
                <a:avLst/>
                <a:gdLst>
                  <a:gd name="textAreaLeft" fmla="*/ 0 w 672840"/>
                  <a:gd name="textAreaRight" fmla="*/ 673200 w 672840"/>
                  <a:gd name="textAreaTop" fmla="*/ 0 h 582480"/>
                  <a:gd name="textAreaBottom" fmla="*/ 582840 h 5824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67" name="Google Shape;1109;p84"/>
              <p:cNvSpPr/>
              <p:nvPr/>
            </p:nvSpPr>
            <p:spPr>
              <a:xfrm rot="16200000">
                <a:off x="9054720" y="19620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68" name="Google Shape;1110;p84"/>
              <p:cNvSpPr/>
              <p:nvPr/>
            </p:nvSpPr>
            <p:spPr>
              <a:xfrm rot="16200000">
                <a:off x="9198000" y="41544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69" name="PlaceHolder 1"/>
          <p:cNvSpPr>
            <a:spLocks noGrp="1"/>
          </p:cNvSpPr>
          <p:nvPr>
            <p:ph type="title"/>
          </p:nvPr>
        </p:nvSpPr>
        <p:spPr>
          <a:xfrm>
            <a:off x="1157400" y="494640"/>
            <a:ext cx="5126400" cy="1058400"/>
          </a:xfrm>
          <a:prstGeom prst="rect">
            <a:avLst/>
          </a:prstGeom>
          <a:noFill/>
          <a:ln w="0">
            <a:noFill/>
          </a:ln>
        </p:spPr>
        <p:txBody>
          <a:bodyPr lIns="91440" tIns="91440" rIns="91440" bIns="91440" anchor="t">
            <a:noAutofit/>
          </a:bodyPr>
          <a:lstStyle/>
          <a:p>
            <a:pPr indent="0">
              <a:buNone/>
            </a:pPr>
            <a:r>
              <a:rPr lang="fr-FR" sz="6500" b="0" strike="noStrike" spc="-1">
                <a:solidFill>
                  <a:srgbClr val="000000"/>
                </a:solidFill>
                <a:latin typeface="Arial"/>
              </a:rPr>
              <a:t>Click to edit the title text format</a:t>
            </a:r>
          </a:p>
        </p:txBody>
      </p:sp>
      <p:grpSp>
        <p:nvGrpSpPr>
          <p:cNvPr id="170" name="Google Shape;1114;p85"/>
          <p:cNvGrpSpPr/>
          <p:nvPr/>
        </p:nvGrpSpPr>
        <p:grpSpPr>
          <a:xfrm>
            <a:off x="-291600" y="-494280"/>
            <a:ext cx="1448280" cy="2238120"/>
            <a:chOff x="-291600" y="-494280"/>
            <a:chExt cx="1448280" cy="2238120"/>
          </a:xfrm>
        </p:grpSpPr>
        <p:grpSp>
          <p:nvGrpSpPr>
            <p:cNvPr id="171" name="Google Shape;1115;p85"/>
            <p:cNvGrpSpPr/>
            <p:nvPr/>
          </p:nvGrpSpPr>
          <p:grpSpPr>
            <a:xfrm>
              <a:off x="-258120" y="-241560"/>
              <a:ext cx="981360" cy="1985400"/>
              <a:chOff x="-258120" y="-241560"/>
              <a:chExt cx="981360" cy="1985400"/>
            </a:xfrm>
          </p:grpSpPr>
          <p:sp>
            <p:nvSpPr>
              <p:cNvPr id="172" name="Google Shape;1116;p85"/>
              <p:cNvSpPr/>
              <p:nvPr/>
            </p:nvSpPr>
            <p:spPr>
              <a:xfrm rot="10800000">
                <a:off x="-257760" y="-24156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73" name="Google Shape;1117;p85"/>
              <p:cNvSpPr/>
              <p:nvPr/>
            </p:nvSpPr>
            <p:spPr>
              <a:xfrm rot="10800000">
                <a:off x="-120600" y="-24120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74" name="Google Shape;1118;p85"/>
            <p:cNvGrpSpPr/>
            <p:nvPr/>
          </p:nvGrpSpPr>
          <p:grpSpPr>
            <a:xfrm>
              <a:off x="381600" y="794520"/>
              <a:ext cx="699120" cy="478080"/>
              <a:chOff x="381600" y="794520"/>
              <a:chExt cx="699120" cy="478080"/>
            </a:xfrm>
          </p:grpSpPr>
          <p:grpSp>
            <p:nvGrpSpPr>
              <p:cNvPr id="175" name="Google Shape;1119;p85"/>
              <p:cNvGrpSpPr/>
              <p:nvPr/>
            </p:nvGrpSpPr>
            <p:grpSpPr>
              <a:xfrm>
                <a:off x="381600" y="794520"/>
                <a:ext cx="478080" cy="478080"/>
                <a:chOff x="381600" y="794520"/>
                <a:chExt cx="478080" cy="478080"/>
              </a:xfrm>
            </p:grpSpPr>
            <p:sp>
              <p:nvSpPr>
                <p:cNvPr id="176" name="Google Shape;1120;p85"/>
                <p:cNvSpPr/>
                <p:nvPr/>
              </p:nvSpPr>
              <p:spPr>
                <a:xfrm rot="2700000">
                  <a:off x="447840" y="86796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177" name="Google Shape;1121;p85"/>
                <p:cNvGrpSpPr/>
                <p:nvPr/>
              </p:nvGrpSpPr>
              <p:grpSpPr>
                <a:xfrm>
                  <a:off x="426600" y="895680"/>
                  <a:ext cx="387360" cy="222840"/>
                  <a:chOff x="426600" y="895680"/>
                  <a:chExt cx="387360" cy="222840"/>
                </a:xfrm>
              </p:grpSpPr>
              <p:sp>
                <p:nvSpPr>
                  <p:cNvPr id="178" name="Google Shape;1122;p85"/>
                  <p:cNvSpPr/>
                  <p:nvPr/>
                </p:nvSpPr>
                <p:spPr>
                  <a:xfrm rot="2700000">
                    <a:off x="45936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79" name="Google Shape;1123;p85"/>
                  <p:cNvSpPr/>
                  <p:nvPr/>
                </p:nvSpPr>
                <p:spPr>
                  <a:xfrm rot="2700000">
                    <a:off x="50040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80" name="Google Shape;1124;p85"/>
                  <p:cNvSpPr/>
                  <p:nvPr/>
                </p:nvSpPr>
                <p:spPr>
                  <a:xfrm rot="2700000">
                    <a:off x="54144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81" name="Google Shape;1125;p85"/>
                  <p:cNvSpPr/>
                  <p:nvPr/>
                </p:nvSpPr>
                <p:spPr>
                  <a:xfrm rot="2700000">
                    <a:off x="58248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82" name="Google Shape;1126;p85"/>
                  <p:cNvSpPr/>
                  <p:nvPr/>
                </p:nvSpPr>
                <p:spPr>
                  <a:xfrm rot="2700000">
                    <a:off x="623520" y="92808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183" name="Google Shape;1127;p85"/>
              <p:cNvSpPr/>
              <p:nvPr/>
            </p:nvSpPr>
            <p:spPr>
              <a:xfrm rot="18900000">
                <a:off x="712800" y="87408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84" name="Google Shape;1128;p85"/>
            <p:cNvGrpSpPr/>
            <p:nvPr/>
          </p:nvGrpSpPr>
          <p:grpSpPr>
            <a:xfrm>
              <a:off x="-291600" y="-494280"/>
              <a:ext cx="1047240" cy="1351080"/>
              <a:chOff x="-291600" y="-494280"/>
              <a:chExt cx="1047240" cy="1351080"/>
            </a:xfrm>
          </p:grpSpPr>
          <p:sp>
            <p:nvSpPr>
              <p:cNvPr id="185" name="Google Shape;1129;p85"/>
              <p:cNvSpPr/>
              <p:nvPr/>
            </p:nvSpPr>
            <p:spPr>
              <a:xfrm rot="13500000">
                <a:off x="55080" y="1594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86" name="Google Shape;1130;p85"/>
              <p:cNvSpPr/>
              <p:nvPr/>
            </p:nvSpPr>
            <p:spPr>
              <a:xfrm rot="13500000">
                <a:off x="-20520" y="-244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87" name="Google Shape;1131;p85"/>
              <p:cNvSpPr/>
              <p:nvPr/>
            </p:nvSpPr>
            <p:spPr>
              <a:xfrm rot="13500000">
                <a:off x="-96840" y="-18864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88" name="Google Shape;1132;p85"/>
              <p:cNvSpPr/>
              <p:nvPr/>
            </p:nvSpPr>
            <p:spPr>
              <a:xfrm rot="13500000">
                <a:off x="-173160" y="-37296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89" name="Google Shape;1133;p85"/>
            <p:cNvGrpSpPr/>
            <p:nvPr/>
          </p:nvGrpSpPr>
          <p:grpSpPr>
            <a:xfrm>
              <a:off x="457560" y="455040"/>
              <a:ext cx="699120" cy="478080"/>
              <a:chOff x="457560" y="455040"/>
              <a:chExt cx="699120" cy="478080"/>
            </a:xfrm>
          </p:grpSpPr>
          <p:grpSp>
            <p:nvGrpSpPr>
              <p:cNvPr id="190" name="Google Shape;1134;p85"/>
              <p:cNvGrpSpPr/>
              <p:nvPr/>
            </p:nvGrpSpPr>
            <p:grpSpPr>
              <a:xfrm>
                <a:off x="457560" y="455040"/>
                <a:ext cx="478080" cy="478080"/>
                <a:chOff x="457560" y="455040"/>
                <a:chExt cx="478080" cy="478080"/>
              </a:xfrm>
            </p:grpSpPr>
            <p:sp>
              <p:nvSpPr>
                <p:cNvPr id="191" name="Google Shape;1135;p85"/>
                <p:cNvSpPr/>
                <p:nvPr/>
              </p:nvSpPr>
              <p:spPr>
                <a:xfrm rot="2700000">
                  <a:off x="523800" y="52848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192" name="Google Shape;1136;p85"/>
                <p:cNvGrpSpPr/>
                <p:nvPr/>
              </p:nvGrpSpPr>
              <p:grpSpPr>
                <a:xfrm>
                  <a:off x="502200" y="556200"/>
                  <a:ext cx="387360" cy="222840"/>
                  <a:chOff x="502200" y="556200"/>
                  <a:chExt cx="387360" cy="222840"/>
                </a:xfrm>
              </p:grpSpPr>
              <p:sp>
                <p:nvSpPr>
                  <p:cNvPr id="193" name="Google Shape;1137;p85"/>
                  <p:cNvSpPr/>
                  <p:nvPr/>
                </p:nvSpPr>
                <p:spPr>
                  <a:xfrm rot="2700000">
                    <a:off x="53496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94" name="Google Shape;1138;p85"/>
                  <p:cNvSpPr/>
                  <p:nvPr/>
                </p:nvSpPr>
                <p:spPr>
                  <a:xfrm rot="2700000">
                    <a:off x="57600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95" name="Google Shape;1139;p85"/>
                  <p:cNvSpPr/>
                  <p:nvPr/>
                </p:nvSpPr>
                <p:spPr>
                  <a:xfrm rot="2700000">
                    <a:off x="61704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96" name="Google Shape;1140;p85"/>
                  <p:cNvSpPr/>
                  <p:nvPr/>
                </p:nvSpPr>
                <p:spPr>
                  <a:xfrm rot="2700000">
                    <a:off x="65808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97" name="Google Shape;1141;p85"/>
                  <p:cNvSpPr/>
                  <p:nvPr/>
                </p:nvSpPr>
                <p:spPr>
                  <a:xfrm rot="2700000">
                    <a:off x="699120" y="5886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198" name="Google Shape;1142;p85"/>
              <p:cNvSpPr/>
              <p:nvPr/>
            </p:nvSpPr>
            <p:spPr>
              <a:xfrm rot="18900000">
                <a:off x="788760" y="53460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99" name="Google Shape;1143;p85"/>
            <p:cNvGrpSpPr/>
            <p:nvPr/>
          </p:nvGrpSpPr>
          <p:grpSpPr>
            <a:xfrm>
              <a:off x="-46800" y="511560"/>
              <a:ext cx="699120" cy="478080"/>
              <a:chOff x="-46800" y="511560"/>
              <a:chExt cx="699120" cy="478080"/>
            </a:xfrm>
          </p:grpSpPr>
          <p:grpSp>
            <p:nvGrpSpPr>
              <p:cNvPr id="200" name="Google Shape;1144;p85"/>
              <p:cNvGrpSpPr/>
              <p:nvPr/>
            </p:nvGrpSpPr>
            <p:grpSpPr>
              <a:xfrm>
                <a:off x="-46800" y="511560"/>
                <a:ext cx="478080" cy="478080"/>
                <a:chOff x="-46800" y="511560"/>
                <a:chExt cx="478080" cy="478080"/>
              </a:xfrm>
            </p:grpSpPr>
            <p:sp>
              <p:nvSpPr>
                <p:cNvPr id="201" name="Google Shape;1145;p85"/>
                <p:cNvSpPr/>
                <p:nvPr/>
              </p:nvSpPr>
              <p:spPr>
                <a:xfrm rot="2700000">
                  <a:off x="19440" y="58500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202" name="Google Shape;1146;p85"/>
                <p:cNvGrpSpPr/>
                <p:nvPr/>
              </p:nvGrpSpPr>
              <p:grpSpPr>
                <a:xfrm>
                  <a:off x="-1800" y="612360"/>
                  <a:ext cx="387360" cy="223200"/>
                  <a:chOff x="-1800" y="612360"/>
                  <a:chExt cx="387360" cy="223200"/>
                </a:xfrm>
              </p:grpSpPr>
              <p:sp>
                <p:nvSpPr>
                  <p:cNvPr id="203" name="Google Shape;1147;p85"/>
                  <p:cNvSpPr/>
                  <p:nvPr/>
                </p:nvSpPr>
                <p:spPr>
                  <a:xfrm rot="2700000">
                    <a:off x="30600" y="6447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04" name="Google Shape;1148;p85"/>
                  <p:cNvSpPr/>
                  <p:nvPr/>
                </p:nvSpPr>
                <p:spPr>
                  <a:xfrm rot="2700000">
                    <a:off x="71640" y="6451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05" name="Google Shape;1149;p85"/>
                  <p:cNvSpPr/>
                  <p:nvPr/>
                </p:nvSpPr>
                <p:spPr>
                  <a:xfrm rot="2700000">
                    <a:off x="112680" y="6447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06" name="Google Shape;1150;p85"/>
                  <p:cNvSpPr/>
                  <p:nvPr/>
                </p:nvSpPr>
                <p:spPr>
                  <a:xfrm rot="2700000">
                    <a:off x="153720" y="6447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07" name="Google Shape;1151;p85"/>
                  <p:cNvSpPr/>
                  <p:nvPr/>
                </p:nvSpPr>
                <p:spPr>
                  <a:xfrm rot="2700000">
                    <a:off x="195120" y="6451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208" name="Google Shape;1152;p85"/>
              <p:cNvSpPr/>
              <p:nvPr/>
            </p:nvSpPr>
            <p:spPr>
              <a:xfrm rot="18900000">
                <a:off x="284400" y="59076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209" name="Google Shape;1153;p85"/>
          <p:cNvGrpSpPr/>
          <p:nvPr/>
        </p:nvGrpSpPr>
        <p:grpSpPr>
          <a:xfrm>
            <a:off x="2660400" y="4275720"/>
            <a:ext cx="4950720" cy="2991960"/>
            <a:chOff x="2660400" y="4275720"/>
            <a:chExt cx="4950720" cy="2991960"/>
          </a:xfrm>
        </p:grpSpPr>
        <p:pic>
          <p:nvPicPr>
            <p:cNvPr id="210" name="Google Shape;1154;p85"/>
            <p:cNvPicPr/>
            <p:nvPr/>
          </p:nvPicPr>
          <p:blipFill>
            <a:blip r:embed="rId3"/>
            <a:srcRect l="16959" t="24713" r="7122" b="26173"/>
            <a:stretch/>
          </p:blipFill>
          <p:spPr>
            <a:xfrm rot="10800000">
              <a:off x="2660400" y="4275720"/>
              <a:ext cx="3548520" cy="2991960"/>
            </a:xfrm>
            <a:prstGeom prst="rect">
              <a:avLst/>
            </a:prstGeom>
            <a:ln w="0">
              <a:noFill/>
            </a:ln>
          </p:spPr>
        </p:pic>
        <p:grpSp>
          <p:nvGrpSpPr>
            <p:cNvPr id="211" name="Google Shape;1155;p85"/>
            <p:cNvGrpSpPr/>
            <p:nvPr/>
          </p:nvGrpSpPr>
          <p:grpSpPr>
            <a:xfrm>
              <a:off x="2952720" y="4719240"/>
              <a:ext cx="1517400" cy="906480"/>
              <a:chOff x="2952720" y="4719240"/>
              <a:chExt cx="1517400" cy="906480"/>
            </a:xfrm>
          </p:grpSpPr>
          <p:sp>
            <p:nvSpPr>
              <p:cNvPr id="212" name="Google Shape;1156;p85"/>
              <p:cNvSpPr/>
              <p:nvPr/>
            </p:nvSpPr>
            <p:spPr>
              <a:xfrm>
                <a:off x="2952720" y="477828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13" name="Google Shape;1157;p85"/>
              <p:cNvSpPr/>
              <p:nvPr/>
            </p:nvSpPr>
            <p:spPr>
              <a:xfrm>
                <a:off x="3530880" y="4835160"/>
                <a:ext cx="339840" cy="325440"/>
              </a:xfrm>
              <a:custGeom>
                <a:avLst/>
                <a:gdLst>
                  <a:gd name="textAreaLeft" fmla="*/ 0 w 339840"/>
                  <a:gd name="textAreaRight" fmla="*/ 340200 w 339840"/>
                  <a:gd name="textAreaTop" fmla="*/ 0 h 325440"/>
                  <a:gd name="textAreaBottom" fmla="*/ 325800 h 32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14" name="Google Shape;1158;p85"/>
              <p:cNvSpPr/>
              <p:nvPr/>
            </p:nvSpPr>
            <p:spPr>
              <a:xfrm>
                <a:off x="3409920" y="506880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15" name="Google Shape;1159;p85"/>
              <p:cNvSpPr/>
              <p:nvPr/>
            </p:nvSpPr>
            <p:spPr>
              <a:xfrm>
                <a:off x="3888360" y="471924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216" name="Google Shape;1160;p85"/>
            <p:cNvGrpSpPr/>
            <p:nvPr/>
          </p:nvGrpSpPr>
          <p:grpSpPr>
            <a:xfrm>
              <a:off x="4778280" y="4462560"/>
              <a:ext cx="2832840" cy="1420560"/>
              <a:chOff x="4778280" y="4462560"/>
              <a:chExt cx="2832840" cy="1420560"/>
            </a:xfrm>
          </p:grpSpPr>
          <p:sp>
            <p:nvSpPr>
              <p:cNvPr id="217" name="Google Shape;1161;p85"/>
              <p:cNvSpPr/>
              <p:nvPr/>
            </p:nvSpPr>
            <p:spPr>
              <a:xfrm rot="16200000">
                <a:off x="5484240" y="375624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EB9109"/>
                  </a:gs>
                  <a:gs pos="40000">
                    <a:srgbClr val="FF9900">
                      <a:alpha val="40000"/>
                    </a:srgbClr>
                  </a:gs>
                  <a:gs pos="100000">
                    <a:srgbClr val="FFFFFF">
                      <a:alpha val="0"/>
                    </a:srgbClr>
                  </a:gs>
                </a:gsLst>
                <a:lin ang="134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218" name="Google Shape;1162;p85"/>
              <p:cNvGrpSpPr/>
              <p:nvPr/>
            </p:nvGrpSpPr>
            <p:grpSpPr>
              <a:xfrm>
                <a:off x="6455160" y="5174280"/>
                <a:ext cx="161640" cy="161640"/>
                <a:chOff x="6455160" y="5174280"/>
                <a:chExt cx="161640" cy="161640"/>
              </a:xfrm>
            </p:grpSpPr>
            <p:sp>
              <p:nvSpPr>
                <p:cNvPr id="219" name="Google Shape;1163;p85"/>
                <p:cNvSpPr/>
                <p:nvPr/>
              </p:nvSpPr>
              <p:spPr>
                <a:xfrm rot="10800000">
                  <a:off x="6455160" y="517428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81000" bIns="81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20" name="Google Shape;1164;p85"/>
                <p:cNvSpPr/>
                <p:nvPr/>
              </p:nvSpPr>
              <p:spPr>
                <a:xfrm rot="10800000">
                  <a:off x="6487560" y="521100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44280" bIns="4428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221" name="Google Shape;1165;p85"/>
              <p:cNvGrpSpPr/>
              <p:nvPr/>
            </p:nvGrpSpPr>
            <p:grpSpPr>
              <a:xfrm>
                <a:off x="5072400" y="4755960"/>
                <a:ext cx="161640" cy="161640"/>
                <a:chOff x="5072400" y="4755960"/>
                <a:chExt cx="161640" cy="161640"/>
              </a:xfrm>
            </p:grpSpPr>
            <p:sp>
              <p:nvSpPr>
                <p:cNvPr id="222" name="Google Shape;1166;p85"/>
                <p:cNvSpPr/>
                <p:nvPr/>
              </p:nvSpPr>
              <p:spPr>
                <a:xfrm>
                  <a:off x="5072400" y="475596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81000" bIns="81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23" name="Google Shape;1167;p85"/>
                <p:cNvSpPr/>
                <p:nvPr/>
              </p:nvSpPr>
              <p:spPr>
                <a:xfrm>
                  <a:off x="5104800" y="479268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44280" bIns="4428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sp>
        <p:nvSpPr>
          <p:cNvPr id="224" name="Google Shape;1168;p85"/>
          <p:cNvSpPr/>
          <p:nvPr/>
        </p:nvSpPr>
        <p:spPr>
          <a:xfrm>
            <a:off x="1157400" y="3476880"/>
            <a:ext cx="5319720" cy="6051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15000"/>
              </a:lnSpc>
              <a:spcBef>
                <a:spcPts val="300"/>
              </a:spcBef>
              <a:tabLst>
                <a:tab pos="0" algn="l"/>
              </a:tabLst>
            </a:pPr>
            <a:r>
              <a:rPr lang="en" sz="1200" b="1" strike="noStrike" spc="-1">
                <a:solidFill>
                  <a:schemeClr val="dk1"/>
                </a:solidFill>
                <a:latin typeface="Poppins"/>
                <a:ea typeface="Poppins"/>
              </a:rPr>
              <a:t>CREDITS: </a:t>
            </a:r>
            <a:r>
              <a:rPr lang="en" sz="1200" b="0" strike="noStrike" spc="-1">
                <a:solidFill>
                  <a:schemeClr val="dk1"/>
                </a:solidFill>
                <a:latin typeface="Poppins"/>
                <a:ea typeface="Poppins"/>
              </a:rPr>
              <a:t>This presentation template was created by </a:t>
            </a:r>
            <a:r>
              <a:rPr lang="en" sz="1200" b="1" u="sng" strike="noStrike" spc="-1">
                <a:solidFill>
                  <a:schemeClr val="dk1"/>
                </a:solidFill>
                <a:uFillTx/>
                <a:latin typeface="Poppins"/>
                <a:ea typeface="Poppins"/>
                <a:hlinkClick r:id="rId4"/>
              </a:rPr>
              <a:t>Slidesgo</a:t>
            </a:r>
            <a:r>
              <a:rPr lang="en" sz="1200" b="0" strike="noStrike" spc="-1">
                <a:solidFill>
                  <a:schemeClr val="dk1"/>
                </a:solidFill>
                <a:latin typeface="Poppins"/>
                <a:ea typeface="Poppins"/>
              </a:rPr>
              <a:t>, and includes icons, infographics &amp; images by</a:t>
            </a:r>
            <a:r>
              <a:rPr lang="en" sz="1200" b="1" strike="noStrike" spc="-1">
                <a:solidFill>
                  <a:schemeClr val="dk1"/>
                </a:solidFill>
                <a:latin typeface="Poppins"/>
                <a:ea typeface="Poppins"/>
              </a:rPr>
              <a:t> </a:t>
            </a:r>
            <a:r>
              <a:rPr lang="en" sz="1200" b="1" u="sng" strike="noStrike" spc="-1">
                <a:solidFill>
                  <a:schemeClr val="dk1"/>
                </a:solidFill>
                <a:uFillTx/>
                <a:latin typeface="Poppins"/>
                <a:ea typeface="Poppins"/>
                <a:hlinkClick r:id="rId5"/>
              </a:rPr>
              <a:t>Freepik</a:t>
            </a:r>
            <a:r>
              <a:rPr lang="en" sz="1200" b="1" u="sng" strike="noStrike" spc="-1">
                <a:solidFill>
                  <a:schemeClr val="dk1"/>
                </a:solidFill>
                <a:uFillTx/>
                <a:latin typeface="Poppins"/>
                <a:ea typeface="Poppins"/>
              </a:rPr>
              <a:t> </a:t>
            </a:r>
            <a:endParaRPr lang="fr-FR" sz="12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2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rgbClr val="000000"/>
                </a:solidFill>
                <a:latin typeface="Arial"/>
              </a:rPr>
              <a:t>Click to edit the title text format</a:t>
            </a:r>
          </a:p>
        </p:txBody>
      </p:sp>
      <p:sp>
        <p:nvSpPr>
          <p:cNvPr id="226" name="PlaceHolder 2"/>
          <p:cNvSpPr>
            <a:spLocks noGrp="1"/>
          </p:cNvSpPr>
          <p:nvPr>
            <p:ph type="body"/>
          </p:nvPr>
        </p:nvSpPr>
        <p:spPr>
          <a:xfrm>
            <a:off x="720000" y="1139400"/>
            <a:ext cx="4528080" cy="697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grpSp>
        <p:nvGrpSpPr>
          <p:cNvPr id="227" name="Google Shape;1172;p86"/>
          <p:cNvGrpSpPr/>
          <p:nvPr/>
        </p:nvGrpSpPr>
        <p:grpSpPr>
          <a:xfrm>
            <a:off x="6846840" y="-1382040"/>
            <a:ext cx="4230000" cy="4230360"/>
            <a:chOff x="6846840" y="-1382040"/>
            <a:chExt cx="4230000" cy="4230360"/>
          </a:xfrm>
        </p:grpSpPr>
        <p:sp>
          <p:nvSpPr>
            <p:cNvPr id="228" name="Google Shape;1173;p86"/>
            <p:cNvSpPr/>
            <p:nvPr/>
          </p:nvSpPr>
          <p:spPr>
            <a:xfrm rot="13500000" flipH="1">
              <a:off x="7499160" y="-795240"/>
              <a:ext cx="2925000" cy="3057480"/>
            </a:xfrm>
            <a:custGeom>
              <a:avLst/>
              <a:gdLst>
                <a:gd name="textAreaLeft" fmla="*/ -360 w 2925000"/>
                <a:gd name="textAreaRight" fmla="*/ 292500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29" name="Google Shape;1174;p86"/>
            <p:cNvSpPr/>
            <p:nvPr/>
          </p:nvSpPr>
          <p:spPr>
            <a:xfrm>
              <a:off x="8605440" y="-368280"/>
              <a:ext cx="577080" cy="1974240"/>
            </a:xfrm>
            <a:custGeom>
              <a:avLst/>
              <a:gdLst>
                <a:gd name="textAreaLeft" fmla="*/ 0 w 577080"/>
                <a:gd name="textAreaRight" fmla="*/ 577440 w 577080"/>
                <a:gd name="textAreaTop" fmla="*/ 0 h 1974240"/>
                <a:gd name="textAreaBottom" fmla="*/ 1974600 h 1974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6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30" name="Google Shape;1175;p86"/>
            <p:cNvSpPr/>
            <p:nvPr/>
          </p:nvSpPr>
          <p:spPr>
            <a:xfrm>
              <a:off x="8857800" y="-5760"/>
              <a:ext cx="686880" cy="2086560"/>
            </a:xfrm>
            <a:custGeom>
              <a:avLst/>
              <a:gdLst>
                <a:gd name="textAreaLeft" fmla="*/ 0 w 686880"/>
                <a:gd name="textAreaRight" fmla="*/ 687240 w 686880"/>
                <a:gd name="textAreaTop" fmla="*/ 0 h 2086560"/>
                <a:gd name="textAreaBottom" fmla="*/ 2086920 h 2086560"/>
              </a:gdLst>
              <a:ahLst/>
              <a:cxnLst/>
              <a:rect l="textAreaLeft" t="textAreaTop" r="textAreaRight" b="textAreaBottom"/>
              <a:pathLst>
                <a:path w="16760" h="4318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rotWithShape="0">
              <a:gsLst>
                <a:gs pos="0">
                  <a:srgbClr val="9900FF">
                    <a:alpha val="46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231" name="Google Shape;1176;p86"/>
            <p:cNvGrpSpPr/>
            <p:nvPr/>
          </p:nvGrpSpPr>
          <p:grpSpPr>
            <a:xfrm>
              <a:off x="8698680" y="1168560"/>
              <a:ext cx="133920" cy="133920"/>
              <a:chOff x="8698680" y="1168560"/>
              <a:chExt cx="133920" cy="133920"/>
            </a:xfrm>
          </p:grpSpPr>
          <p:sp>
            <p:nvSpPr>
              <p:cNvPr id="232" name="Google Shape;1177;p86"/>
              <p:cNvSpPr/>
              <p:nvPr/>
            </p:nvSpPr>
            <p:spPr>
              <a:xfrm>
                <a:off x="8698680" y="116856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33" name="Google Shape;1178;p86"/>
              <p:cNvSpPr/>
              <p:nvPr/>
            </p:nvSpPr>
            <p:spPr>
              <a:xfrm>
                <a:off x="8717760" y="1187280"/>
                <a:ext cx="96120" cy="9612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234" name="Google Shape;1179;p86"/>
            <p:cNvGrpSpPr/>
            <p:nvPr/>
          </p:nvGrpSpPr>
          <p:grpSpPr>
            <a:xfrm>
              <a:off x="8827200" y="2102400"/>
              <a:ext cx="133920" cy="133920"/>
              <a:chOff x="8827200" y="2102400"/>
              <a:chExt cx="133920" cy="133920"/>
            </a:xfrm>
          </p:grpSpPr>
          <p:sp>
            <p:nvSpPr>
              <p:cNvPr id="235" name="Google Shape;1180;p86"/>
              <p:cNvSpPr/>
              <p:nvPr/>
            </p:nvSpPr>
            <p:spPr>
              <a:xfrm>
                <a:off x="8827200" y="210240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36" name="Google Shape;1181;p86"/>
              <p:cNvSpPr/>
              <p:nvPr/>
            </p:nvSpPr>
            <p:spPr>
              <a:xfrm>
                <a:off x="8845920" y="2121120"/>
                <a:ext cx="96120" cy="9612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237" name="Google Shape;1182;p86"/>
            <p:cNvGrpSpPr/>
            <p:nvPr/>
          </p:nvGrpSpPr>
          <p:grpSpPr>
            <a:xfrm>
              <a:off x="8776080" y="234720"/>
              <a:ext cx="133560" cy="133560"/>
              <a:chOff x="8776080" y="234720"/>
              <a:chExt cx="133560" cy="133560"/>
            </a:xfrm>
          </p:grpSpPr>
          <p:sp>
            <p:nvSpPr>
              <p:cNvPr id="238" name="Google Shape;1183;p86"/>
              <p:cNvSpPr/>
              <p:nvPr/>
            </p:nvSpPr>
            <p:spPr>
              <a:xfrm>
                <a:off x="8776080" y="23472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39" name="Google Shape;1184;p86"/>
              <p:cNvSpPr/>
              <p:nvPr/>
            </p:nvSpPr>
            <p:spPr>
              <a:xfrm>
                <a:off x="8795160" y="253800"/>
                <a:ext cx="95760" cy="9576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pic>
          <p:nvPicPr>
            <p:cNvPr id="240" name="Google Shape;1185;p86"/>
            <p:cNvPicPr/>
            <p:nvPr/>
          </p:nvPicPr>
          <p:blipFill>
            <a:blip r:embed="rId3"/>
            <a:srcRect l="16959" t="24713" r="7122" b="26173"/>
            <a:stretch/>
          </p:blipFill>
          <p:spPr>
            <a:xfrm>
              <a:off x="7179120" y="-1112760"/>
              <a:ext cx="2441520" cy="1863360"/>
            </a:xfrm>
            <a:prstGeom prst="rect">
              <a:avLst/>
            </a:prstGeom>
            <a:ln w="0">
              <a:noFill/>
            </a:ln>
          </p:spPr>
        </p:pic>
      </p:grpSp>
      <p:grpSp>
        <p:nvGrpSpPr>
          <p:cNvPr id="241" name="Google Shape;1186;p86"/>
          <p:cNvGrpSpPr/>
          <p:nvPr/>
        </p:nvGrpSpPr>
        <p:grpSpPr>
          <a:xfrm>
            <a:off x="-1981800" y="1924920"/>
            <a:ext cx="6190920" cy="6190920"/>
            <a:chOff x="-1981800" y="1924920"/>
            <a:chExt cx="6190920" cy="6190920"/>
          </a:xfrm>
        </p:grpSpPr>
        <p:pic>
          <p:nvPicPr>
            <p:cNvPr id="242" name="Google Shape;1187;p86"/>
            <p:cNvPicPr/>
            <p:nvPr/>
          </p:nvPicPr>
          <p:blipFill>
            <a:blip r:embed="rId3"/>
            <a:srcRect l="16959" t="24713" r="7122" b="26173"/>
            <a:stretch/>
          </p:blipFill>
          <p:spPr>
            <a:xfrm rot="5400000">
              <a:off x="-537480" y="4358520"/>
              <a:ext cx="2441520" cy="1863360"/>
            </a:xfrm>
            <a:prstGeom prst="rect">
              <a:avLst/>
            </a:prstGeom>
            <a:ln w="0">
              <a:noFill/>
            </a:ln>
          </p:spPr>
        </p:pic>
        <p:grpSp>
          <p:nvGrpSpPr>
            <p:cNvPr id="243" name="Google Shape;1188;p86"/>
            <p:cNvGrpSpPr/>
            <p:nvPr/>
          </p:nvGrpSpPr>
          <p:grpSpPr>
            <a:xfrm>
              <a:off x="-1981800" y="1924920"/>
              <a:ext cx="6190920" cy="6190920"/>
              <a:chOff x="-1981800" y="1924920"/>
              <a:chExt cx="6190920" cy="6190920"/>
            </a:xfrm>
          </p:grpSpPr>
          <p:sp>
            <p:nvSpPr>
              <p:cNvPr id="244" name="Google Shape;1189;p86"/>
              <p:cNvSpPr/>
              <p:nvPr/>
            </p:nvSpPr>
            <p:spPr>
              <a:xfrm rot="8100000" flipH="1">
                <a:off x="-889560" y="2645640"/>
                <a:ext cx="4006080" cy="4749120"/>
              </a:xfrm>
              <a:custGeom>
                <a:avLst/>
                <a:gdLst>
                  <a:gd name="textAreaLeft" fmla="*/ 360 w 4006080"/>
                  <a:gd name="textAreaRight" fmla="*/ 4006800 w 4006080"/>
                  <a:gd name="textAreaTop" fmla="*/ 0 h 4749120"/>
                  <a:gd name="textAreaBottom" fmla="*/ 4749480 h 474912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EB9109"/>
                  </a:gs>
                  <a:gs pos="40000">
                    <a:srgbClr val="FF9900">
                      <a:alpha val="40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45" name="Google Shape;1190;p86"/>
              <p:cNvSpPr/>
              <p:nvPr/>
            </p:nvSpPr>
            <p:spPr>
              <a:xfrm rot="8100000" flipH="1">
                <a:off x="-10440" y="3491640"/>
                <a:ext cx="2925000" cy="3057480"/>
              </a:xfrm>
              <a:custGeom>
                <a:avLst/>
                <a:gdLst>
                  <a:gd name="textAreaLeft" fmla="*/ -360 w 2925000"/>
                  <a:gd name="textAreaRight" fmla="*/ 292500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246" name="Google Shape;1191;p86"/>
              <p:cNvGrpSpPr/>
              <p:nvPr/>
            </p:nvGrpSpPr>
            <p:grpSpPr>
              <a:xfrm>
                <a:off x="2304720" y="5135400"/>
                <a:ext cx="133920" cy="133920"/>
                <a:chOff x="2304720" y="5135400"/>
                <a:chExt cx="133920" cy="133920"/>
              </a:xfrm>
            </p:grpSpPr>
            <p:sp>
              <p:nvSpPr>
                <p:cNvPr id="247" name="Google Shape;1192;p86"/>
                <p:cNvSpPr/>
                <p:nvPr/>
              </p:nvSpPr>
              <p:spPr>
                <a:xfrm rot="16200000">
                  <a:off x="2304720" y="513540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48" name="Google Shape;1193;p86"/>
                <p:cNvSpPr/>
                <p:nvPr/>
              </p:nvSpPr>
              <p:spPr>
                <a:xfrm rot="16200000">
                  <a:off x="2323440" y="5154480"/>
                  <a:ext cx="96120" cy="9612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249" name="Google Shape;1194;p86"/>
              <p:cNvGrpSpPr/>
              <p:nvPr/>
            </p:nvGrpSpPr>
            <p:grpSpPr>
              <a:xfrm>
                <a:off x="1636560" y="4896720"/>
                <a:ext cx="133920" cy="133920"/>
                <a:chOff x="1636560" y="4896720"/>
                <a:chExt cx="133920" cy="133920"/>
              </a:xfrm>
            </p:grpSpPr>
            <p:sp>
              <p:nvSpPr>
                <p:cNvPr id="250" name="Google Shape;1195;p86"/>
                <p:cNvSpPr/>
                <p:nvPr/>
              </p:nvSpPr>
              <p:spPr>
                <a:xfrm rot="16200000">
                  <a:off x="1636560" y="489672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51" name="Google Shape;1196;p86"/>
                <p:cNvSpPr/>
                <p:nvPr/>
              </p:nvSpPr>
              <p:spPr>
                <a:xfrm rot="16200000">
                  <a:off x="1655280" y="4915800"/>
                  <a:ext cx="96120" cy="9612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252" name="Google Shape;1197;p86"/>
              <p:cNvGrpSpPr/>
              <p:nvPr/>
            </p:nvGrpSpPr>
            <p:grpSpPr>
              <a:xfrm>
                <a:off x="-748080" y="4648680"/>
                <a:ext cx="2449080" cy="939600"/>
                <a:chOff x="-748080" y="4648680"/>
                <a:chExt cx="2449080" cy="939600"/>
              </a:xfrm>
            </p:grpSpPr>
            <p:sp>
              <p:nvSpPr>
                <p:cNvPr id="253" name="Google Shape;1198;p86"/>
                <p:cNvSpPr/>
                <p:nvPr/>
              </p:nvSpPr>
              <p:spPr>
                <a:xfrm rot="16200000">
                  <a:off x="-49320" y="4312440"/>
                  <a:ext cx="577080" cy="1974240"/>
                </a:xfrm>
                <a:custGeom>
                  <a:avLst/>
                  <a:gdLst>
                    <a:gd name="textAreaLeft" fmla="*/ 0 w 577080"/>
                    <a:gd name="textAreaRight" fmla="*/ 577440 w 577080"/>
                    <a:gd name="textAreaTop" fmla="*/ 0 h 1974240"/>
                    <a:gd name="textAreaBottom" fmla="*/ 1974600 h 1974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6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54" name="Google Shape;1199;p86"/>
                <p:cNvSpPr/>
                <p:nvPr/>
              </p:nvSpPr>
              <p:spPr>
                <a:xfrm rot="16200000">
                  <a:off x="314280" y="3948840"/>
                  <a:ext cx="686880" cy="2086560"/>
                </a:xfrm>
                <a:custGeom>
                  <a:avLst/>
                  <a:gdLst>
                    <a:gd name="textAreaLeft" fmla="*/ 0 w 686880"/>
                    <a:gd name="textAreaRight" fmla="*/ 687240 w 686880"/>
                    <a:gd name="textAreaTop" fmla="*/ 0 h 2086560"/>
                    <a:gd name="textAreaBottom" fmla="*/ 2086920 h 2086560"/>
                  </a:gdLst>
                  <a:ahLst/>
                  <a:cxnLst/>
                  <a:rect l="textAreaLeft" t="textAreaTop" r="textAreaRight" b="textAreaBottom"/>
                  <a:pathLst>
                    <a:path w="16760" h="4318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rotWithShape="0">
                  <a:gsLst>
                    <a:gs pos="0">
                      <a:srgbClr val="9900FF">
                        <a:alpha val="46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255" name="Google Shape;1200;p86"/>
                <p:cNvGrpSpPr/>
                <p:nvPr/>
              </p:nvGrpSpPr>
              <p:grpSpPr>
                <a:xfrm>
                  <a:off x="-145080" y="5283720"/>
                  <a:ext cx="133560" cy="133560"/>
                  <a:chOff x="-145080" y="5283720"/>
                  <a:chExt cx="133560" cy="133560"/>
                </a:xfrm>
              </p:grpSpPr>
              <p:sp>
                <p:nvSpPr>
                  <p:cNvPr id="256" name="Google Shape;1201;p86"/>
                  <p:cNvSpPr/>
                  <p:nvPr/>
                </p:nvSpPr>
                <p:spPr>
                  <a:xfrm rot="16200000">
                    <a:off x="-145080" y="528372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57" name="Google Shape;1202;p86"/>
                  <p:cNvSpPr/>
                  <p:nvPr/>
                </p:nvSpPr>
                <p:spPr>
                  <a:xfrm rot="16200000">
                    <a:off x="-126000" y="5302800"/>
                    <a:ext cx="95760" cy="9576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gr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258" name="Google Shape;1204;p87"/>
          <p:cNvGrpSpPr/>
          <p:nvPr/>
        </p:nvGrpSpPr>
        <p:grpSpPr>
          <a:xfrm>
            <a:off x="4845240" y="2444760"/>
            <a:ext cx="4759200" cy="4752720"/>
            <a:chOff x="4845240" y="2444760"/>
            <a:chExt cx="4759200" cy="4752720"/>
          </a:xfrm>
        </p:grpSpPr>
        <p:pic>
          <p:nvPicPr>
            <p:cNvPr id="259" name="Google Shape;1205;p87"/>
            <p:cNvPicPr/>
            <p:nvPr/>
          </p:nvPicPr>
          <p:blipFill>
            <a:blip r:embed="rId3"/>
            <a:srcRect l="16959" t="24713" r="7122" b="26173"/>
            <a:stretch/>
          </p:blipFill>
          <p:spPr>
            <a:xfrm flipH="1">
              <a:off x="5988960" y="3542040"/>
              <a:ext cx="3615480" cy="2759400"/>
            </a:xfrm>
            <a:prstGeom prst="rect">
              <a:avLst/>
            </a:prstGeom>
            <a:ln w="0">
              <a:noFill/>
            </a:ln>
          </p:spPr>
        </p:pic>
        <p:grpSp>
          <p:nvGrpSpPr>
            <p:cNvPr id="260" name="Google Shape;1206;p87"/>
            <p:cNvGrpSpPr/>
            <p:nvPr/>
          </p:nvGrpSpPr>
          <p:grpSpPr>
            <a:xfrm>
              <a:off x="4845240" y="2444760"/>
              <a:ext cx="4759200" cy="4752720"/>
              <a:chOff x="4845240" y="2444760"/>
              <a:chExt cx="4759200" cy="4752720"/>
            </a:xfrm>
          </p:grpSpPr>
          <p:grpSp>
            <p:nvGrpSpPr>
              <p:cNvPr id="261" name="Google Shape;1207;p87"/>
              <p:cNvGrpSpPr/>
              <p:nvPr/>
            </p:nvGrpSpPr>
            <p:grpSpPr>
              <a:xfrm>
                <a:off x="8521560" y="3363480"/>
                <a:ext cx="237600" cy="2083680"/>
                <a:chOff x="8521560" y="3363480"/>
                <a:chExt cx="237600" cy="2083680"/>
              </a:xfrm>
            </p:grpSpPr>
            <p:sp>
              <p:nvSpPr>
                <p:cNvPr id="262" name="Google Shape;1208;p87"/>
                <p:cNvSpPr/>
                <p:nvPr/>
              </p:nvSpPr>
              <p:spPr>
                <a:xfrm rot="10800000">
                  <a:off x="8745120" y="3363480"/>
                  <a:ext cx="14040" cy="2083680"/>
                </a:xfrm>
                <a:custGeom>
                  <a:avLst/>
                  <a:gdLst>
                    <a:gd name="textAreaLeft" fmla="*/ 0 w 14040"/>
                    <a:gd name="textAreaRight" fmla="*/ 14400 w 14040"/>
                    <a:gd name="textAreaTop" fmla="*/ 0 h 2083680"/>
                    <a:gd name="textAreaBottom" fmla="*/ 2084040 h 208368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63" name="Google Shape;1209;p87"/>
                <p:cNvSpPr/>
                <p:nvPr/>
              </p:nvSpPr>
              <p:spPr>
                <a:xfrm rot="10800000">
                  <a:off x="8521560" y="3363480"/>
                  <a:ext cx="14040" cy="2083680"/>
                </a:xfrm>
                <a:custGeom>
                  <a:avLst/>
                  <a:gdLst>
                    <a:gd name="textAreaLeft" fmla="*/ 0 w 14040"/>
                    <a:gd name="textAreaRight" fmla="*/ 14400 w 14040"/>
                    <a:gd name="textAreaTop" fmla="*/ 0 h 2083680"/>
                    <a:gd name="textAreaBottom" fmla="*/ 2084040 h 208368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264" name="Google Shape;1210;p87"/>
              <p:cNvGrpSpPr/>
              <p:nvPr/>
            </p:nvGrpSpPr>
            <p:grpSpPr>
              <a:xfrm>
                <a:off x="4845240" y="2444760"/>
                <a:ext cx="4479480" cy="4752720"/>
                <a:chOff x="4845240" y="2444760"/>
                <a:chExt cx="4479480" cy="4752720"/>
              </a:xfrm>
            </p:grpSpPr>
            <p:sp>
              <p:nvSpPr>
                <p:cNvPr id="265" name="Google Shape;1211;p87"/>
                <p:cNvSpPr/>
                <p:nvPr/>
              </p:nvSpPr>
              <p:spPr>
                <a:xfrm rot="2700000">
                  <a:off x="5635440" y="2966040"/>
                  <a:ext cx="2898720" cy="3436200"/>
                </a:xfrm>
                <a:custGeom>
                  <a:avLst/>
                  <a:gdLst>
                    <a:gd name="textAreaLeft" fmla="*/ 0 w 2898720"/>
                    <a:gd name="textAreaRight" fmla="*/ 2899080 w 2898720"/>
                    <a:gd name="textAreaTop" fmla="*/ 0 h 3436200"/>
                    <a:gd name="textAreaBottom" fmla="*/ 3436560 h 343620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66" name="Google Shape;1212;p87"/>
                <p:cNvSpPr/>
                <p:nvPr/>
              </p:nvSpPr>
              <p:spPr>
                <a:xfrm rot="2700000">
                  <a:off x="6684120" y="3348000"/>
                  <a:ext cx="2116440" cy="2212200"/>
                </a:xfrm>
                <a:custGeom>
                  <a:avLst/>
                  <a:gdLst>
                    <a:gd name="textAreaLeft" fmla="*/ 0 w 2116440"/>
                    <a:gd name="textAreaRight" fmla="*/ 2116800 w 2116440"/>
                    <a:gd name="textAreaTop" fmla="*/ 0 h 2212200"/>
                    <a:gd name="textAreaBottom" fmla="*/ 2212560 h 221220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67" name="Google Shape;1213;p87"/>
                <p:cNvSpPr/>
                <p:nvPr/>
              </p:nvSpPr>
              <p:spPr>
                <a:xfrm rot="2700000">
                  <a:off x="6005520" y="3229200"/>
                  <a:ext cx="2281320" cy="3704040"/>
                </a:xfrm>
                <a:custGeom>
                  <a:avLst/>
                  <a:gdLst>
                    <a:gd name="textAreaLeft" fmla="*/ 0 w 2281320"/>
                    <a:gd name="textAreaRight" fmla="*/ 2281680 w 2281320"/>
                    <a:gd name="textAreaTop" fmla="*/ 0 h 3704040"/>
                    <a:gd name="textAreaBottom" fmla="*/ 3704400 h 37040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268" name="Google Shape;1214;p87"/>
              <p:cNvGrpSpPr/>
              <p:nvPr/>
            </p:nvGrpSpPr>
            <p:grpSpPr>
              <a:xfrm>
                <a:off x="8240760" y="4132440"/>
                <a:ext cx="798840" cy="546120"/>
                <a:chOff x="8240760" y="4132440"/>
                <a:chExt cx="798840" cy="546120"/>
              </a:xfrm>
            </p:grpSpPr>
            <p:grpSp>
              <p:nvGrpSpPr>
                <p:cNvPr id="269" name="Google Shape;1215;p87"/>
                <p:cNvGrpSpPr/>
                <p:nvPr/>
              </p:nvGrpSpPr>
              <p:grpSpPr>
                <a:xfrm>
                  <a:off x="8493480" y="4132440"/>
                  <a:ext cx="546120" cy="546120"/>
                  <a:chOff x="8493480" y="4132440"/>
                  <a:chExt cx="546120" cy="546120"/>
                </a:xfrm>
              </p:grpSpPr>
              <p:sp>
                <p:nvSpPr>
                  <p:cNvPr id="270" name="Google Shape;1216;p87"/>
                  <p:cNvSpPr/>
                  <p:nvPr/>
                </p:nvSpPr>
                <p:spPr>
                  <a:xfrm rot="13500000">
                    <a:off x="8569080" y="4216680"/>
                    <a:ext cx="394560" cy="377640"/>
                  </a:xfrm>
                  <a:custGeom>
                    <a:avLst/>
                    <a:gdLst>
                      <a:gd name="textAreaLeft" fmla="*/ 0 w 394560"/>
                      <a:gd name="textAreaRight" fmla="*/ 394920 w 394560"/>
                      <a:gd name="textAreaTop" fmla="*/ 0 h 377640"/>
                      <a:gd name="textAreaBottom" fmla="*/ 378000 h 3776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271" name="Google Shape;1217;p87"/>
                  <p:cNvGrpSpPr/>
                  <p:nvPr/>
                </p:nvGrpSpPr>
                <p:grpSpPr>
                  <a:xfrm>
                    <a:off x="8546040" y="4307760"/>
                    <a:ext cx="442440" cy="255600"/>
                    <a:chOff x="8546040" y="4307760"/>
                    <a:chExt cx="442440" cy="255600"/>
                  </a:xfrm>
                </p:grpSpPr>
                <p:sp>
                  <p:nvSpPr>
                    <p:cNvPr id="272" name="Google Shape;1218;p87"/>
                    <p:cNvSpPr/>
                    <p:nvPr/>
                  </p:nvSpPr>
                  <p:spPr>
                    <a:xfrm rot="13500000">
                      <a:off x="8770680" y="434556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73" name="Google Shape;1219;p87"/>
                    <p:cNvSpPr/>
                    <p:nvPr/>
                  </p:nvSpPr>
                  <p:spPr>
                    <a:xfrm rot="13500000">
                      <a:off x="8723880" y="434520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74" name="Google Shape;1220;p87"/>
                    <p:cNvSpPr/>
                    <p:nvPr/>
                  </p:nvSpPr>
                  <p:spPr>
                    <a:xfrm rot="13500000">
                      <a:off x="8677080" y="434556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75" name="Google Shape;1221;p87"/>
                    <p:cNvSpPr/>
                    <p:nvPr/>
                  </p:nvSpPr>
                  <p:spPr>
                    <a:xfrm rot="13500000">
                      <a:off x="8630280" y="434556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76" name="Google Shape;1222;p87"/>
                    <p:cNvSpPr/>
                    <p:nvPr/>
                  </p:nvSpPr>
                  <p:spPr>
                    <a:xfrm rot="13500000">
                      <a:off x="8583120" y="434520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277" name="Google Shape;1223;p87"/>
                <p:cNvSpPr/>
                <p:nvPr/>
              </p:nvSpPr>
              <p:spPr>
                <a:xfrm rot="8100000">
                  <a:off x="8290440" y="4293000"/>
                  <a:ext cx="370800" cy="294480"/>
                </a:xfrm>
                <a:custGeom>
                  <a:avLst/>
                  <a:gdLst>
                    <a:gd name="textAreaLeft" fmla="*/ 0 w 370800"/>
                    <a:gd name="textAreaRight" fmla="*/ 371160 w 370800"/>
                    <a:gd name="textAreaTop" fmla="*/ 0 h 294480"/>
                    <a:gd name="textAreaBottom" fmla="*/ 294840 h 29448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278" name="Google Shape;1224;p87"/>
              <p:cNvGrpSpPr/>
              <p:nvPr/>
            </p:nvGrpSpPr>
            <p:grpSpPr>
              <a:xfrm>
                <a:off x="7272000" y="4925520"/>
                <a:ext cx="676080" cy="462240"/>
                <a:chOff x="7272000" y="4925520"/>
                <a:chExt cx="676080" cy="462240"/>
              </a:xfrm>
            </p:grpSpPr>
            <p:grpSp>
              <p:nvGrpSpPr>
                <p:cNvPr id="279" name="Google Shape;1225;p87"/>
                <p:cNvGrpSpPr/>
                <p:nvPr/>
              </p:nvGrpSpPr>
              <p:grpSpPr>
                <a:xfrm>
                  <a:off x="7485840" y="4925520"/>
                  <a:ext cx="462240" cy="462240"/>
                  <a:chOff x="7485840" y="4925520"/>
                  <a:chExt cx="462240" cy="462240"/>
                </a:xfrm>
              </p:grpSpPr>
              <p:sp>
                <p:nvSpPr>
                  <p:cNvPr id="280" name="Google Shape;1226;p87"/>
                  <p:cNvSpPr/>
                  <p:nvPr/>
                </p:nvSpPr>
                <p:spPr>
                  <a:xfrm rot="13500000">
                    <a:off x="7549560" y="4996440"/>
                    <a:ext cx="334080" cy="319680"/>
                  </a:xfrm>
                  <a:custGeom>
                    <a:avLst/>
                    <a:gdLst>
                      <a:gd name="textAreaLeft" fmla="*/ 0 w 334080"/>
                      <a:gd name="textAreaRight" fmla="*/ 334440 w 334080"/>
                      <a:gd name="textAreaTop" fmla="*/ 0 h 319680"/>
                      <a:gd name="textAreaBottom" fmla="*/ 320040 h 3196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281" name="Google Shape;1227;p87"/>
                  <p:cNvGrpSpPr/>
                  <p:nvPr/>
                </p:nvGrpSpPr>
                <p:grpSpPr>
                  <a:xfrm>
                    <a:off x="7530480" y="5074200"/>
                    <a:ext cx="374760" cy="216000"/>
                    <a:chOff x="7530480" y="5074200"/>
                    <a:chExt cx="374760" cy="216000"/>
                  </a:xfrm>
                </p:grpSpPr>
                <p:sp>
                  <p:nvSpPr>
                    <p:cNvPr id="282" name="Google Shape;1228;p87"/>
                    <p:cNvSpPr/>
                    <p:nvPr/>
                  </p:nvSpPr>
                  <p:spPr>
                    <a:xfrm rot="13500000">
                      <a:off x="7720920" y="51058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83" name="Google Shape;1229;p87"/>
                    <p:cNvSpPr/>
                    <p:nvPr/>
                  </p:nvSpPr>
                  <p:spPr>
                    <a:xfrm rot="13500000">
                      <a:off x="7680960" y="51058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84" name="Google Shape;1230;p87"/>
                    <p:cNvSpPr/>
                    <p:nvPr/>
                  </p:nvSpPr>
                  <p:spPr>
                    <a:xfrm rot="13500000">
                      <a:off x="7641360" y="51058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85" name="Google Shape;1231;p87"/>
                    <p:cNvSpPr/>
                    <p:nvPr/>
                  </p:nvSpPr>
                  <p:spPr>
                    <a:xfrm rot="13500000">
                      <a:off x="7601760" y="51058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86" name="Google Shape;1232;p87"/>
                    <p:cNvSpPr/>
                    <p:nvPr/>
                  </p:nvSpPr>
                  <p:spPr>
                    <a:xfrm rot="13500000">
                      <a:off x="7562160" y="51058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287" name="Google Shape;1233;p87"/>
                <p:cNvSpPr/>
                <p:nvPr/>
              </p:nvSpPr>
              <p:spPr>
                <a:xfrm rot="8100000">
                  <a:off x="7314120" y="5061600"/>
                  <a:ext cx="313920" cy="249120"/>
                </a:xfrm>
                <a:custGeom>
                  <a:avLst/>
                  <a:gdLst>
                    <a:gd name="textAreaLeft" fmla="*/ 0 w 313920"/>
                    <a:gd name="textAreaRight" fmla="*/ 314280 w 313920"/>
                    <a:gd name="textAreaTop" fmla="*/ 0 h 249120"/>
                    <a:gd name="textAreaBottom" fmla="*/ 249480 h 24912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288" name="Google Shape;1234;p87"/>
              <p:cNvGrpSpPr/>
              <p:nvPr/>
            </p:nvGrpSpPr>
            <p:grpSpPr>
              <a:xfrm>
                <a:off x="7736400" y="4883760"/>
                <a:ext cx="798840" cy="546120"/>
                <a:chOff x="7736400" y="4883760"/>
                <a:chExt cx="798840" cy="546120"/>
              </a:xfrm>
            </p:grpSpPr>
            <p:grpSp>
              <p:nvGrpSpPr>
                <p:cNvPr id="289" name="Google Shape;1235;p87"/>
                <p:cNvGrpSpPr/>
                <p:nvPr/>
              </p:nvGrpSpPr>
              <p:grpSpPr>
                <a:xfrm>
                  <a:off x="7989120" y="4883760"/>
                  <a:ext cx="546120" cy="546120"/>
                  <a:chOff x="7989120" y="4883760"/>
                  <a:chExt cx="546120" cy="546120"/>
                </a:xfrm>
              </p:grpSpPr>
              <p:sp>
                <p:nvSpPr>
                  <p:cNvPr id="290" name="Google Shape;1236;p87"/>
                  <p:cNvSpPr/>
                  <p:nvPr/>
                </p:nvSpPr>
                <p:spPr>
                  <a:xfrm rot="13500000">
                    <a:off x="8064720" y="4968000"/>
                    <a:ext cx="394560" cy="377640"/>
                  </a:xfrm>
                  <a:custGeom>
                    <a:avLst/>
                    <a:gdLst>
                      <a:gd name="textAreaLeft" fmla="*/ 0 w 394560"/>
                      <a:gd name="textAreaRight" fmla="*/ 394920 w 394560"/>
                      <a:gd name="textAreaTop" fmla="*/ 0 h 377640"/>
                      <a:gd name="textAreaBottom" fmla="*/ 378000 h 3776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291" name="Google Shape;1237;p87"/>
                  <p:cNvGrpSpPr/>
                  <p:nvPr/>
                </p:nvGrpSpPr>
                <p:grpSpPr>
                  <a:xfrm>
                    <a:off x="8041680" y="5059080"/>
                    <a:ext cx="442440" cy="255600"/>
                    <a:chOff x="8041680" y="5059080"/>
                    <a:chExt cx="442440" cy="255600"/>
                  </a:xfrm>
                </p:grpSpPr>
                <p:sp>
                  <p:nvSpPr>
                    <p:cNvPr id="292" name="Google Shape;1238;p87"/>
                    <p:cNvSpPr/>
                    <p:nvPr/>
                  </p:nvSpPr>
                  <p:spPr>
                    <a:xfrm rot="13500000">
                      <a:off x="8266320" y="509688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93" name="Google Shape;1239;p87"/>
                    <p:cNvSpPr/>
                    <p:nvPr/>
                  </p:nvSpPr>
                  <p:spPr>
                    <a:xfrm rot="13500000">
                      <a:off x="8219520" y="509652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94" name="Google Shape;1240;p87"/>
                    <p:cNvSpPr/>
                    <p:nvPr/>
                  </p:nvSpPr>
                  <p:spPr>
                    <a:xfrm rot="13500000">
                      <a:off x="8172720" y="509688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95" name="Google Shape;1241;p87"/>
                    <p:cNvSpPr/>
                    <p:nvPr/>
                  </p:nvSpPr>
                  <p:spPr>
                    <a:xfrm rot="13500000">
                      <a:off x="8125920" y="509688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96" name="Google Shape;1242;p87"/>
                    <p:cNvSpPr/>
                    <p:nvPr/>
                  </p:nvSpPr>
                  <p:spPr>
                    <a:xfrm rot="13500000">
                      <a:off x="8078760" y="509652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297" name="Google Shape;1243;p87"/>
                <p:cNvSpPr/>
                <p:nvPr/>
              </p:nvSpPr>
              <p:spPr>
                <a:xfrm rot="8100000">
                  <a:off x="7786080" y="5044320"/>
                  <a:ext cx="370800" cy="294480"/>
                </a:xfrm>
                <a:custGeom>
                  <a:avLst/>
                  <a:gdLst>
                    <a:gd name="textAreaLeft" fmla="*/ 0 w 370800"/>
                    <a:gd name="textAreaRight" fmla="*/ 371160 w 370800"/>
                    <a:gd name="textAreaTop" fmla="*/ 0 h 294480"/>
                    <a:gd name="textAreaBottom" fmla="*/ 294840 h 29448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298" name="Google Shape;1244;p87"/>
              <p:cNvGrpSpPr/>
              <p:nvPr/>
            </p:nvGrpSpPr>
            <p:grpSpPr>
              <a:xfrm>
                <a:off x="7615800" y="4205160"/>
                <a:ext cx="1988640" cy="1470960"/>
                <a:chOff x="7615800" y="4205160"/>
                <a:chExt cx="1988640" cy="1470960"/>
              </a:xfrm>
            </p:grpSpPr>
            <p:sp>
              <p:nvSpPr>
                <p:cNvPr id="299" name="Google Shape;1245;p87"/>
                <p:cNvSpPr/>
                <p:nvPr/>
              </p:nvSpPr>
              <p:spPr>
                <a:xfrm rot="13500000">
                  <a:off x="7819560" y="4431600"/>
                  <a:ext cx="1062720" cy="1017720"/>
                </a:xfrm>
                <a:custGeom>
                  <a:avLst/>
                  <a:gdLst>
                    <a:gd name="textAreaLeft" fmla="*/ 0 w 1062720"/>
                    <a:gd name="textAreaRight" fmla="*/ 1063080 w 1062720"/>
                    <a:gd name="textAreaTop" fmla="*/ 0 h 1017720"/>
                    <a:gd name="textAreaBottom" fmla="*/ 1018080 h 10177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00" name="Google Shape;1246;p87"/>
                <p:cNvSpPr/>
                <p:nvPr/>
              </p:nvSpPr>
              <p:spPr>
                <a:xfrm rot="13500000">
                  <a:off x="8337240" y="4431600"/>
                  <a:ext cx="1062720" cy="1017720"/>
                </a:xfrm>
                <a:custGeom>
                  <a:avLst/>
                  <a:gdLst>
                    <a:gd name="textAreaLeft" fmla="*/ 0 w 1062720"/>
                    <a:gd name="textAreaRight" fmla="*/ 1063080 w 1062720"/>
                    <a:gd name="textAreaTop" fmla="*/ 0 h 1017720"/>
                    <a:gd name="textAreaBottom" fmla="*/ 1018080 h 10177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301" name="Google Shape;1247;p87"/>
            <p:cNvGrpSpPr/>
            <p:nvPr/>
          </p:nvGrpSpPr>
          <p:grpSpPr>
            <a:xfrm>
              <a:off x="5653800" y="5133600"/>
              <a:ext cx="438840" cy="438840"/>
              <a:chOff x="5653800" y="5133600"/>
              <a:chExt cx="438840" cy="438840"/>
            </a:xfrm>
          </p:grpSpPr>
          <p:sp>
            <p:nvSpPr>
              <p:cNvPr id="302" name="Google Shape;1248;p87"/>
              <p:cNvSpPr/>
              <p:nvPr/>
            </p:nvSpPr>
            <p:spPr>
              <a:xfrm>
                <a:off x="5653800" y="513360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6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03" name="Google Shape;1249;p87"/>
              <p:cNvSpPr/>
              <p:nvPr/>
            </p:nvSpPr>
            <p:spPr>
              <a:xfrm>
                <a:off x="5742360" y="523368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6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30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rgbClr val="000000"/>
                </a:solidFill>
                <a:latin typeface="Arial"/>
              </a:rPr>
              <a:t>Click to edit the title text format</a:t>
            </a:r>
          </a:p>
        </p:txBody>
      </p:sp>
      <p:sp>
        <p:nvSpPr>
          <p:cNvPr id="305" name="PlaceHolder 2"/>
          <p:cNvSpPr>
            <a:spLocks noGrp="1"/>
          </p:cNvSpPr>
          <p:nvPr>
            <p:ph type="body"/>
          </p:nvPr>
        </p:nvSpPr>
        <p:spPr>
          <a:xfrm>
            <a:off x="720000" y="1139400"/>
            <a:ext cx="4290480" cy="34311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200" b="0" strike="noStrike" spc="-1">
                <a:solidFill>
                  <a:srgbClr val="000000"/>
                </a:solidFill>
                <a:latin typeface="Arial"/>
              </a:rPr>
              <a:t>Seventh Outline Level</a:t>
            </a:r>
          </a:p>
        </p:txBody>
      </p:sp>
      <p:sp>
        <p:nvSpPr>
          <p:cNvPr id="306" name="PlaceHolder 3"/>
          <p:cNvSpPr>
            <a:spLocks noGrp="1"/>
          </p:cNvSpPr>
          <p:nvPr>
            <p:ph type="body"/>
          </p:nvPr>
        </p:nvSpPr>
        <p:spPr>
          <a:xfrm>
            <a:off x="5249160" y="1139400"/>
            <a:ext cx="3174480" cy="34311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200" b="0" strike="noStrike" spc="-1">
                <a:solidFill>
                  <a:srgbClr val="000000"/>
                </a:solidFill>
                <a:latin typeface="Arial"/>
              </a:rPr>
              <a:t>Seventh Outline Level</a:t>
            </a:r>
          </a:p>
        </p:txBody>
      </p:sp>
      <p:grpSp>
        <p:nvGrpSpPr>
          <p:cNvPr id="307" name="Google Shape;1253;p87"/>
          <p:cNvGrpSpPr/>
          <p:nvPr/>
        </p:nvGrpSpPr>
        <p:grpSpPr>
          <a:xfrm>
            <a:off x="-913680" y="-2334600"/>
            <a:ext cx="4759560" cy="4753080"/>
            <a:chOff x="-913680" y="-2334600"/>
            <a:chExt cx="4759560" cy="4753080"/>
          </a:xfrm>
        </p:grpSpPr>
        <p:grpSp>
          <p:nvGrpSpPr>
            <p:cNvPr id="308" name="Google Shape;1254;p87"/>
            <p:cNvGrpSpPr/>
            <p:nvPr/>
          </p:nvGrpSpPr>
          <p:grpSpPr>
            <a:xfrm>
              <a:off x="-913680" y="-812880"/>
              <a:ext cx="1988280" cy="1470960"/>
              <a:chOff x="-913680" y="-812880"/>
              <a:chExt cx="1988280" cy="1470960"/>
            </a:xfrm>
          </p:grpSpPr>
          <p:sp>
            <p:nvSpPr>
              <p:cNvPr id="309" name="Google Shape;1255;p87"/>
              <p:cNvSpPr/>
              <p:nvPr/>
            </p:nvSpPr>
            <p:spPr>
              <a:xfrm rot="2700000">
                <a:off x="-191880" y="-586080"/>
                <a:ext cx="1062720" cy="1017720"/>
              </a:xfrm>
              <a:custGeom>
                <a:avLst/>
                <a:gdLst>
                  <a:gd name="textAreaLeft" fmla="*/ 0 w 1062720"/>
                  <a:gd name="textAreaRight" fmla="*/ 1063080 w 1062720"/>
                  <a:gd name="textAreaTop" fmla="*/ 0 h 1017720"/>
                  <a:gd name="textAreaBottom" fmla="*/ 1018080 h 10177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10" name="Google Shape;1256;p87"/>
              <p:cNvSpPr/>
              <p:nvPr/>
            </p:nvSpPr>
            <p:spPr>
              <a:xfrm rot="2700000">
                <a:off x="-709200" y="-586080"/>
                <a:ext cx="1062720" cy="1017720"/>
              </a:xfrm>
              <a:custGeom>
                <a:avLst/>
                <a:gdLst>
                  <a:gd name="textAreaLeft" fmla="*/ 0 w 1062720"/>
                  <a:gd name="textAreaRight" fmla="*/ 1063080 w 1062720"/>
                  <a:gd name="textAreaTop" fmla="*/ 0 h 1017720"/>
                  <a:gd name="textAreaBottom" fmla="*/ 1018080 h 10177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311" name="Google Shape;1257;p87"/>
            <p:cNvGrpSpPr/>
            <p:nvPr/>
          </p:nvGrpSpPr>
          <p:grpSpPr>
            <a:xfrm>
              <a:off x="-633960" y="-2334600"/>
              <a:ext cx="4479840" cy="4753080"/>
              <a:chOff x="-633960" y="-2334600"/>
              <a:chExt cx="4479840" cy="4753080"/>
            </a:xfrm>
          </p:grpSpPr>
          <p:sp>
            <p:nvSpPr>
              <p:cNvPr id="312" name="Google Shape;1258;p87"/>
              <p:cNvSpPr/>
              <p:nvPr/>
            </p:nvSpPr>
            <p:spPr>
              <a:xfrm rot="13500000">
                <a:off x="156600" y="-1539360"/>
                <a:ext cx="2898720" cy="3436560"/>
              </a:xfrm>
              <a:custGeom>
                <a:avLst/>
                <a:gdLst>
                  <a:gd name="textAreaLeft" fmla="*/ 0 w 2898720"/>
                  <a:gd name="textAreaRight" fmla="*/ 2899080 w 2898720"/>
                  <a:gd name="textAreaTop" fmla="*/ 0 h 3436560"/>
                  <a:gd name="textAreaBottom" fmla="*/ 3436920 h 34365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13" name="Google Shape;1259;p87"/>
              <p:cNvSpPr/>
              <p:nvPr/>
            </p:nvSpPr>
            <p:spPr>
              <a:xfrm rot="13500000">
                <a:off x="-110160" y="-696960"/>
                <a:ext cx="2116440" cy="2212200"/>
              </a:xfrm>
              <a:custGeom>
                <a:avLst/>
                <a:gdLst>
                  <a:gd name="textAreaLeft" fmla="*/ 0 w 2116440"/>
                  <a:gd name="textAreaRight" fmla="*/ 2116800 w 2116440"/>
                  <a:gd name="textAreaTop" fmla="*/ 0 h 2212200"/>
                  <a:gd name="textAreaBottom" fmla="*/ 2212560 h 221220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14" name="Google Shape;1260;p87"/>
              <p:cNvSpPr/>
              <p:nvPr/>
            </p:nvSpPr>
            <p:spPr>
              <a:xfrm rot="13500000">
                <a:off x="402840" y="-2070360"/>
                <a:ext cx="2281680" cy="3704040"/>
              </a:xfrm>
              <a:custGeom>
                <a:avLst/>
                <a:gdLst>
                  <a:gd name="textAreaLeft" fmla="*/ 0 w 2281680"/>
                  <a:gd name="textAreaRight" fmla="*/ 2282040 w 2281680"/>
                  <a:gd name="textAreaTop" fmla="*/ 0 h 3704040"/>
                  <a:gd name="textAreaBottom" fmla="*/ 3704400 h 37040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315" name="Google Shape;1261;p87"/>
            <p:cNvGrpSpPr/>
            <p:nvPr/>
          </p:nvGrpSpPr>
          <p:grpSpPr>
            <a:xfrm>
              <a:off x="-348840" y="185040"/>
              <a:ext cx="798840" cy="546120"/>
              <a:chOff x="-348840" y="185040"/>
              <a:chExt cx="798840" cy="546120"/>
            </a:xfrm>
          </p:grpSpPr>
          <p:grpSp>
            <p:nvGrpSpPr>
              <p:cNvPr id="316" name="Google Shape;1262;p87"/>
              <p:cNvGrpSpPr/>
              <p:nvPr/>
            </p:nvGrpSpPr>
            <p:grpSpPr>
              <a:xfrm>
                <a:off x="-348840" y="185040"/>
                <a:ext cx="546120" cy="546120"/>
                <a:chOff x="-348840" y="185040"/>
                <a:chExt cx="546120" cy="546120"/>
              </a:xfrm>
            </p:grpSpPr>
            <p:sp>
              <p:nvSpPr>
                <p:cNvPr id="317" name="Google Shape;1263;p87"/>
                <p:cNvSpPr/>
                <p:nvPr/>
              </p:nvSpPr>
              <p:spPr>
                <a:xfrm rot="2700000">
                  <a:off x="-272880" y="268920"/>
                  <a:ext cx="394560" cy="377640"/>
                </a:xfrm>
                <a:custGeom>
                  <a:avLst/>
                  <a:gdLst>
                    <a:gd name="textAreaLeft" fmla="*/ 0 w 394560"/>
                    <a:gd name="textAreaRight" fmla="*/ 394920 w 394560"/>
                    <a:gd name="textAreaTop" fmla="*/ 0 h 377640"/>
                    <a:gd name="textAreaBottom" fmla="*/ 378000 h 3776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318" name="Google Shape;1264;p87"/>
                <p:cNvGrpSpPr/>
                <p:nvPr/>
              </p:nvGrpSpPr>
              <p:grpSpPr>
                <a:xfrm>
                  <a:off x="-297720" y="300240"/>
                  <a:ext cx="442440" cy="255240"/>
                  <a:chOff x="-297720" y="300240"/>
                  <a:chExt cx="442440" cy="255240"/>
                </a:xfrm>
              </p:grpSpPr>
              <p:sp>
                <p:nvSpPr>
                  <p:cNvPr id="319" name="Google Shape;1265;p87"/>
                  <p:cNvSpPr/>
                  <p:nvPr/>
                </p:nvSpPr>
                <p:spPr>
                  <a:xfrm rot="2700000">
                    <a:off x="-260280" y="33732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20" name="Google Shape;1266;p87"/>
                  <p:cNvSpPr/>
                  <p:nvPr/>
                </p:nvSpPr>
                <p:spPr>
                  <a:xfrm rot="2700000">
                    <a:off x="-213480" y="33732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21" name="Google Shape;1267;p87"/>
                  <p:cNvSpPr/>
                  <p:nvPr/>
                </p:nvSpPr>
                <p:spPr>
                  <a:xfrm rot="2700000">
                    <a:off x="-166680" y="33732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22" name="Google Shape;1268;p87"/>
                  <p:cNvSpPr/>
                  <p:nvPr/>
                </p:nvSpPr>
                <p:spPr>
                  <a:xfrm rot="2700000">
                    <a:off x="-119880" y="33732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23" name="Google Shape;1269;p87"/>
                  <p:cNvSpPr/>
                  <p:nvPr/>
                </p:nvSpPr>
                <p:spPr>
                  <a:xfrm rot="2700000">
                    <a:off x="-72720" y="33732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324" name="Google Shape;1270;p87"/>
              <p:cNvSpPr/>
              <p:nvPr/>
            </p:nvSpPr>
            <p:spPr>
              <a:xfrm rot="18900000">
                <a:off x="29160" y="275760"/>
                <a:ext cx="370800" cy="294480"/>
              </a:xfrm>
              <a:custGeom>
                <a:avLst/>
                <a:gdLst>
                  <a:gd name="textAreaLeft" fmla="*/ 0 w 370800"/>
                  <a:gd name="textAreaRight" fmla="*/ 371160 w 370800"/>
                  <a:gd name="textAreaTop" fmla="*/ 0 h 294480"/>
                  <a:gd name="textAreaBottom" fmla="*/ 294840 h 29448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325" name="Google Shape;1271;p87"/>
          <p:cNvGrpSpPr/>
          <p:nvPr/>
        </p:nvGrpSpPr>
        <p:grpSpPr>
          <a:xfrm>
            <a:off x="-223920" y="3297240"/>
            <a:ext cx="605160" cy="2417400"/>
            <a:chOff x="-223920" y="3297240"/>
            <a:chExt cx="605160" cy="2417400"/>
          </a:xfrm>
        </p:grpSpPr>
        <p:grpSp>
          <p:nvGrpSpPr>
            <p:cNvPr id="326" name="Google Shape;1272;p87"/>
            <p:cNvGrpSpPr/>
            <p:nvPr/>
          </p:nvGrpSpPr>
          <p:grpSpPr>
            <a:xfrm>
              <a:off x="143640" y="3630960"/>
              <a:ext cx="237600" cy="2083680"/>
              <a:chOff x="143640" y="3630960"/>
              <a:chExt cx="237600" cy="2083680"/>
            </a:xfrm>
          </p:grpSpPr>
          <p:sp>
            <p:nvSpPr>
              <p:cNvPr id="327" name="Google Shape;1273;p87"/>
              <p:cNvSpPr/>
              <p:nvPr/>
            </p:nvSpPr>
            <p:spPr>
              <a:xfrm>
                <a:off x="143640" y="3630960"/>
                <a:ext cx="14040" cy="2083680"/>
              </a:xfrm>
              <a:custGeom>
                <a:avLst/>
                <a:gdLst>
                  <a:gd name="textAreaLeft" fmla="*/ 0 w 14040"/>
                  <a:gd name="textAreaRight" fmla="*/ 14400 w 14040"/>
                  <a:gd name="textAreaTop" fmla="*/ 0 h 2083680"/>
                  <a:gd name="textAreaBottom" fmla="*/ 2084040 h 208368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28" name="Google Shape;1274;p87"/>
              <p:cNvSpPr/>
              <p:nvPr/>
            </p:nvSpPr>
            <p:spPr>
              <a:xfrm>
                <a:off x="367200" y="3630960"/>
                <a:ext cx="14040" cy="2083680"/>
              </a:xfrm>
              <a:custGeom>
                <a:avLst/>
                <a:gdLst>
                  <a:gd name="textAreaLeft" fmla="*/ 0 w 14040"/>
                  <a:gd name="textAreaRight" fmla="*/ 14400 w 14040"/>
                  <a:gd name="textAreaTop" fmla="*/ 0 h 2083680"/>
                  <a:gd name="textAreaBottom" fmla="*/ 2084040 h 208368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329" name="Google Shape;1275;p87"/>
            <p:cNvGrpSpPr/>
            <p:nvPr/>
          </p:nvGrpSpPr>
          <p:grpSpPr>
            <a:xfrm>
              <a:off x="-223920" y="3297240"/>
              <a:ext cx="438840" cy="438840"/>
              <a:chOff x="-223920" y="3297240"/>
              <a:chExt cx="438840" cy="438840"/>
            </a:xfrm>
          </p:grpSpPr>
          <p:sp>
            <p:nvSpPr>
              <p:cNvPr id="330" name="Google Shape;1276;p87"/>
              <p:cNvSpPr/>
              <p:nvPr/>
            </p:nvSpPr>
            <p:spPr>
              <a:xfrm rot="10800000">
                <a:off x="-223920" y="329724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6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31" name="Google Shape;1277;p87"/>
              <p:cNvSpPr/>
              <p:nvPr/>
            </p:nvSpPr>
            <p:spPr>
              <a:xfrm rot="10800000">
                <a:off x="-135720" y="339696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6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332" name="Google Shape;1278;p87"/>
          <p:cNvGrpSpPr/>
          <p:nvPr/>
        </p:nvGrpSpPr>
        <p:grpSpPr>
          <a:xfrm>
            <a:off x="3585600" y="-1456560"/>
            <a:ext cx="3681000" cy="2759400"/>
            <a:chOff x="3585600" y="-1456560"/>
            <a:chExt cx="3681000" cy="2759400"/>
          </a:xfrm>
        </p:grpSpPr>
        <p:pic>
          <p:nvPicPr>
            <p:cNvPr id="333" name="Google Shape;1279;p87"/>
            <p:cNvPicPr/>
            <p:nvPr/>
          </p:nvPicPr>
          <p:blipFill>
            <a:blip r:embed="rId3"/>
            <a:srcRect l="16959" t="24713" r="7122" b="26173"/>
            <a:stretch/>
          </p:blipFill>
          <p:spPr>
            <a:xfrm rot="10800000" flipH="1">
              <a:off x="3585600" y="-1456560"/>
              <a:ext cx="3615480" cy="2759400"/>
            </a:xfrm>
            <a:prstGeom prst="rect">
              <a:avLst/>
            </a:prstGeom>
            <a:ln w="0">
              <a:noFill/>
            </a:ln>
          </p:spPr>
        </p:pic>
        <p:grpSp>
          <p:nvGrpSpPr>
            <p:cNvPr id="334" name="Google Shape;1280;p87"/>
            <p:cNvGrpSpPr/>
            <p:nvPr/>
          </p:nvGrpSpPr>
          <p:grpSpPr>
            <a:xfrm>
              <a:off x="6590520" y="-308520"/>
              <a:ext cx="676080" cy="462240"/>
              <a:chOff x="6590520" y="-308520"/>
              <a:chExt cx="676080" cy="462240"/>
            </a:xfrm>
          </p:grpSpPr>
          <p:grpSp>
            <p:nvGrpSpPr>
              <p:cNvPr id="335" name="Google Shape;1281;p87"/>
              <p:cNvGrpSpPr/>
              <p:nvPr/>
            </p:nvGrpSpPr>
            <p:grpSpPr>
              <a:xfrm>
                <a:off x="6590520" y="-308520"/>
                <a:ext cx="462240" cy="462240"/>
                <a:chOff x="6590520" y="-308520"/>
                <a:chExt cx="462240" cy="462240"/>
              </a:xfrm>
            </p:grpSpPr>
            <p:sp>
              <p:nvSpPr>
                <p:cNvPr id="336" name="Google Shape;1282;p87"/>
                <p:cNvSpPr/>
                <p:nvPr/>
              </p:nvSpPr>
              <p:spPr>
                <a:xfrm rot="2700000">
                  <a:off x="6654600" y="-236880"/>
                  <a:ext cx="334080" cy="319680"/>
                </a:xfrm>
                <a:custGeom>
                  <a:avLst/>
                  <a:gdLst>
                    <a:gd name="textAreaLeft" fmla="*/ 0 w 334080"/>
                    <a:gd name="textAreaRight" fmla="*/ 334440 w 334080"/>
                    <a:gd name="textAreaTop" fmla="*/ 0 h 319680"/>
                    <a:gd name="textAreaBottom" fmla="*/ 320040 h 3196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337" name="Google Shape;1283;p87"/>
                <p:cNvGrpSpPr/>
                <p:nvPr/>
              </p:nvGrpSpPr>
              <p:grpSpPr>
                <a:xfrm>
                  <a:off x="6633360" y="-210960"/>
                  <a:ext cx="374760" cy="216000"/>
                  <a:chOff x="6633360" y="-210960"/>
                  <a:chExt cx="374760" cy="216000"/>
                </a:xfrm>
              </p:grpSpPr>
              <p:sp>
                <p:nvSpPr>
                  <p:cNvPr id="338" name="Google Shape;1284;p87"/>
                  <p:cNvSpPr/>
                  <p:nvPr/>
                </p:nvSpPr>
                <p:spPr>
                  <a:xfrm rot="2700000">
                    <a:off x="6665040" y="-1792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39" name="Google Shape;1285;p87"/>
                  <p:cNvSpPr/>
                  <p:nvPr/>
                </p:nvSpPr>
                <p:spPr>
                  <a:xfrm rot="2700000">
                    <a:off x="6705000" y="-1792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40" name="Google Shape;1286;p87"/>
                  <p:cNvSpPr/>
                  <p:nvPr/>
                </p:nvSpPr>
                <p:spPr>
                  <a:xfrm rot="2700000">
                    <a:off x="6744600" y="-1792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41" name="Google Shape;1287;p87"/>
                  <p:cNvSpPr/>
                  <p:nvPr/>
                </p:nvSpPr>
                <p:spPr>
                  <a:xfrm rot="2700000">
                    <a:off x="6784200" y="-1792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42" name="Google Shape;1288;p87"/>
                  <p:cNvSpPr/>
                  <p:nvPr/>
                </p:nvSpPr>
                <p:spPr>
                  <a:xfrm rot="2700000">
                    <a:off x="6823800" y="-179280"/>
                    <a:ext cx="152640" cy="152640"/>
                  </a:xfrm>
                  <a:custGeom>
                    <a:avLst/>
                    <a:gdLst>
                      <a:gd name="textAreaLeft" fmla="*/ 0 w 152640"/>
                      <a:gd name="textAreaRight" fmla="*/ 153000 w 152640"/>
                      <a:gd name="textAreaTop" fmla="*/ 0 h 152640"/>
                      <a:gd name="textAreaBottom" fmla="*/ 153000 h 15264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6320" bIns="763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343" name="Google Shape;1289;p87"/>
              <p:cNvSpPr/>
              <p:nvPr/>
            </p:nvSpPr>
            <p:spPr>
              <a:xfrm rot="18900000">
                <a:off x="6910200" y="-231480"/>
                <a:ext cx="313920" cy="249120"/>
              </a:xfrm>
              <a:custGeom>
                <a:avLst/>
                <a:gdLst>
                  <a:gd name="textAreaLeft" fmla="*/ 0 w 313920"/>
                  <a:gd name="textAreaRight" fmla="*/ 314280 w 313920"/>
                  <a:gd name="textAreaTop" fmla="*/ 0 h 249120"/>
                  <a:gd name="textAreaBottom" fmla="*/ 249480 h 24912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344" name="Google Shape;1290;p87"/>
            <p:cNvGrpSpPr/>
            <p:nvPr/>
          </p:nvGrpSpPr>
          <p:grpSpPr>
            <a:xfrm>
              <a:off x="6003360" y="-350280"/>
              <a:ext cx="798840" cy="546120"/>
              <a:chOff x="6003360" y="-350280"/>
              <a:chExt cx="798840" cy="546120"/>
            </a:xfrm>
          </p:grpSpPr>
          <p:grpSp>
            <p:nvGrpSpPr>
              <p:cNvPr id="345" name="Google Shape;1291;p87"/>
              <p:cNvGrpSpPr/>
              <p:nvPr/>
            </p:nvGrpSpPr>
            <p:grpSpPr>
              <a:xfrm>
                <a:off x="6003360" y="-350280"/>
                <a:ext cx="546120" cy="546120"/>
                <a:chOff x="6003360" y="-350280"/>
                <a:chExt cx="546120" cy="546120"/>
              </a:xfrm>
            </p:grpSpPr>
            <p:sp>
              <p:nvSpPr>
                <p:cNvPr id="346" name="Google Shape;1292;p87"/>
                <p:cNvSpPr/>
                <p:nvPr/>
              </p:nvSpPr>
              <p:spPr>
                <a:xfrm rot="2700000">
                  <a:off x="6078960" y="-266040"/>
                  <a:ext cx="394560" cy="377640"/>
                </a:xfrm>
                <a:custGeom>
                  <a:avLst/>
                  <a:gdLst>
                    <a:gd name="textAreaLeft" fmla="*/ 0 w 394560"/>
                    <a:gd name="textAreaRight" fmla="*/ 394920 w 394560"/>
                    <a:gd name="textAreaTop" fmla="*/ 0 h 377640"/>
                    <a:gd name="textAreaBottom" fmla="*/ 378000 h 3776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347" name="Google Shape;1293;p87"/>
                <p:cNvGrpSpPr/>
                <p:nvPr/>
              </p:nvGrpSpPr>
              <p:grpSpPr>
                <a:xfrm>
                  <a:off x="6054480" y="-235080"/>
                  <a:ext cx="442440" cy="255240"/>
                  <a:chOff x="6054480" y="-235080"/>
                  <a:chExt cx="442440" cy="255240"/>
                </a:xfrm>
              </p:grpSpPr>
              <p:sp>
                <p:nvSpPr>
                  <p:cNvPr id="348" name="Google Shape;1294;p87"/>
                  <p:cNvSpPr/>
                  <p:nvPr/>
                </p:nvSpPr>
                <p:spPr>
                  <a:xfrm rot="2700000">
                    <a:off x="6091560" y="-19764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49" name="Google Shape;1295;p87"/>
                  <p:cNvSpPr/>
                  <p:nvPr/>
                </p:nvSpPr>
                <p:spPr>
                  <a:xfrm rot="2700000">
                    <a:off x="6138360" y="-19764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50" name="Google Shape;1296;p87"/>
                  <p:cNvSpPr/>
                  <p:nvPr/>
                </p:nvSpPr>
                <p:spPr>
                  <a:xfrm rot="2700000">
                    <a:off x="6185160" y="-19764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51" name="Google Shape;1297;p87"/>
                  <p:cNvSpPr/>
                  <p:nvPr/>
                </p:nvSpPr>
                <p:spPr>
                  <a:xfrm rot="2700000">
                    <a:off x="6231960" y="-19764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52" name="Google Shape;1298;p87"/>
                  <p:cNvSpPr/>
                  <p:nvPr/>
                </p:nvSpPr>
                <p:spPr>
                  <a:xfrm rot="2700000">
                    <a:off x="6279120" y="-197640"/>
                    <a:ext cx="180360" cy="180360"/>
                  </a:xfrm>
                  <a:custGeom>
                    <a:avLst/>
                    <a:gdLst>
                      <a:gd name="textAreaLeft" fmla="*/ 0 w 180360"/>
                      <a:gd name="textAreaRight" fmla="*/ 180720 w 180360"/>
                      <a:gd name="textAreaTop" fmla="*/ 0 h 180360"/>
                      <a:gd name="textAreaBottom" fmla="*/ 180720 h 1803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90360" bIns="903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353" name="Google Shape;1299;p87"/>
              <p:cNvSpPr/>
              <p:nvPr/>
            </p:nvSpPr>
            <p:spPr>
              <a:xfrm rot="18900000">
                <a:off x="6381360" y="-259200"/>
                <a:ext cx="370800" cy="294480"/>
              </a:xfrm>
              <a:custGeom>
                <a:avLst/>
                <a:gdLst>
                  <a:gd name="textAreaLeft" fmla="*/ 0 w 370800"/>
                  <a:gd name="textAreaRight" fmla="*/ 371160 w 370800"/>
                  <a:gd name="textAreaTop" fmla="*/ 0 h 294480"/>
                  <a:gd name="textAreaBottom" fmla="*/ 294840 h 29448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54" name="Google Shape;1302;p92"/>
          <p:cNvGrpSpPr/>
          <p:nvPr/>
        </p:nvGrpSpPr>
        <p:grpSpPr>
          <a:xfrm>
            <a:off x="-623160" y="3925800"/>
            <a:ext cx="2833200" cy="1517760"/>
            <a:chOff x="-623160" y="3925800"/>
            <a:chExt cx="2833200" cy="1517760"/>
          </a:xfrm>
        </p:grpSpPr>
        <p:grpSp>
          <p:nvGrpSpPr>
            <p:cNvPr id="355" name="Google Shape;1303;p92"/>
            <p:cNvGrpSpPr/>
            <p:nvPr/>
          </p:nvGrpSpPr>
          <p:grpSpPr>
            <a:xfrm>
              <a:off x="-573120" y="3925800"/>
              <a:ext cx="906480" cy="1517760"/>
              <a:chOff x="-573120" y="3925800"/>
              <a:chExt cx="906480" cy="1517760"/>
            </a:xfrm>
          </p:grpSpPr>
          <p:sp>
            <p:nvSpPr>
              <p:cNvPr id="356" name="Google Shape;1304;p92"/>
              <p:cNvSpPr/>
              <p:nvPr/>
            </p:nvSpPr>
            <p:spPr>
              <a:xfrm rot="5400000">
                <a:off x="-295200" y="393804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57" name="Google Shape;1305;p92"/>
              <p:cNvSpPr/>
              <p:nvPr/>
            </p:nvSpPr>
            <p:spPr>
              <a:xfrm rot="5400000">
                <a:off x="-115200" y="4511160"/>
                <a:ext cx="339840" cy="325440"/>
              </a:xfrm>
              <a:custGeom>
                <a:avLst/>
                <a:gdLst>
                  <a:gd name="textAreaLeft" fmla="*/ 0 w 339840"/>
                  <a:gd name="textAreaRight" fmla="*/ 340200 w 339840"/>
                  <a:gd name="textAreaTop" fmla="*/ 0 h 325440"/>
                  <a:gd name="textAreaBottom" fmla="*/ 325800 h 32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58" name="Google Shape;1306;p92"/>
              <p:cNvSpPr/>
              <p:nvPr/>
            </p:nvSpPr>
            <p:spPr>
              <a:xfrm rot="5400000">
                <a:off x="-585360" y="439560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59" name="Google Shape;1307;p92"/>
              <p:cNvSpPr/>
              <p:nvPr/>
            </p:nvSpPr>
            <p:spPr>
              <a:xfrm rot="5400000">
                <a:off x="-235800" y="4874040"/>
                <a:ext cx="581760" cy="556920"/>
              </a:xfrm>
              <a:custGeom>
                <a:avLst/>
                <a:gdLst>
                  <a:gd name="textAreaLeft" fmla="*/ 0 w 581760"/>
                  <a:gd name="textAreaRight" fmla="*/ 58212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360" name="Google Shape;1308;p92"/>
            <p:cNvGrpSpPr/>
            <p:nvPr/>
          </p:nvGrpSpPr>
          <p:grpSpPr>
            <a:xfrm>
              <a:off x="-622800" y="4022640"/>
              <a:ext cx="2832840" cy="1420560"/>
              <a:chOff x="-622800" y="4022640"/>
              <a:chExt cx="2832840" cy="1420560"/>
            </a:xfrm>
          </p:grpSpPr>
          <p:sp>
            <p:nvSpPr>
              <p:cNvPr id="361" name="Google Shape;1309;p92"/>
              <p:cNvSpPr/>
              <p:nvPr/>
            </p:nvSpPr>
            <p:spPr>
              <a:xfrm rot="5400000">
                <a:off x="83160" y="331632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9900FF">
                      <a:alpha val="46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362" name="Google Shape;1310;p92"/>
              <p:cNvGrpSpPr/>
              <p:nvPr/>
            </p:nvGrpSpPr>
            <p:grpSpPr>
              <a:xfrm>
                <a:off x="371880" y="4569840"/>
                <a:ext cx="161640" cy="161640"/>
                <a:chOff x="371880" y="4569840"/>
                <a:chExt cx="161640" cy="161640"/>
              </a:xfrm>
            </p:grpSpPr>
            <p:sp>
              <p:nvSpPr>
                <p:cNvPr id="363" name="Google Shape;1311;p92"/>
                <p:cNvSpPr/>
                <p:nvPr/>
              </p:nvSpPr>
              <p:spPr>
                <a:xfrm>
                  <a:off x="371880" y="456984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81000" bIns="81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64" name="Google Shape;1312;p92"/>
                <p:cNvSpPr/>
                <p:nvPr/>
              </p:nvSpPr>
              <p:spPr>
                <a:xfrm>
                  <a:off x="404280" y="460656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44280" bIns="4428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365" name="Google Shape;1313;p92"/>
              <p:cNvGrpSpPr/>
              <p:nvPr/>
            </p:nvGrpSpPr>
            <p:grpSpPr>
              <a:xfrm>
                <a:off x="1754640" y="4988520"/>
                <a:ext cx="161640" cy="161640"/>
                <a:chOff x="1754640" y="4988520"/>
                <a:chExt cx="161640" cy="161640"/>
              </a:xfrm>
            </p:grpSpPr>
            <p:sp>
              <p:nvSpPr>
                <p:cNvPr id="366" name="Google Shape;1314;p92"/>
                <p:cNvSpPr/>
                <p:nvPr/>
              </p:nvSpPr>
              <p:spPr>
                <a:xfrm rot="10800000">
                  <a:off x="1754640" y="4988520"/>
                  <a:ext cx="161640" cy="161640"/>
                </a:xfrm>
                <a:custGeom>
                  <a:avLst/>
                  <a:gdLst>
                    <a:gd name="textAreaLeft" fmla="*/ 0 w 161640"/>
                    <a:gd name="textAreaRight" fmla="*/ 16200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81000" bIns="81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67" name="Google Shape;1315;p92"/>
                <p:cNvSpPr/>
                <p:nvPr/>
              </p:nvSpPr>
              <p:spPr>
                <a:xfrm rot="10800000">
                  <a:off x="1787040" y="5024880"/>
                  <a:ext cx="96480" cy="88200"/>
                </a:xfrm>
                <a:custGeom>
                  <a:avLst/>
                  <a:gdLst>
                    <a:gd name="textAreaLeft" fmla="*/ 0 w 96480"/>
                    <a:gd name="textAreaRight" fmla="*/ 9684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44280" bIns="4428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368" name="Google Shape;1316;p92"/>
            <p:cNvSpPr/>
            <p:nvPr/>
          </p:nvSpPr>
          <p:spPr>
            <a:xfrm rot="16200000">
              <a:off x="289080" y="3772800"/>
              <a:ext cx="502560" cy="2327400"/>
            </a:xfrm>
            <a:custGeom>
              <a:avLst/>
              <a:gdLst>
                <a:gd name="textAreaLeft" fmla="*/ 0 w 502560"/>
                <a:gd name="textAreaRight" fmla="*/ 502920 w 502560"/>
                <a:gd name="textAreaTop" fmla="*/ 0 h 2327400"/>
                <a:gd name="textAreaBottom" fmla="*/ 2327760 h 2327400"/>
              </a:gdLst>
              <a:ahLst/>
              <a:cxnLst/>
              <a:rect l="textAreaLeft" t="textAreaTop" r="textAreaRight" b="textAreaBottom"/>
              <a:pathLst>
                <a:path w="12266" h="56755">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rotWithShape="0">
              <a:gsLst>
                <a:gs pos="0">
                  <a:srgbClr val="0C0A9E"/>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369" name="Google Shape;1317;p92"/>
          <p:cNvGrpSpPr/>
          <p:nvPr/>
        </p:nvGrpSpPr>
        <p:grpSpPr>
          <a:xfrm>
            <a:off x="6323760" y="-1678320"/>
            <a:ext cx="4188960" cy="3066120"/>
            <a:chOff x="6323760" y="-1678320"/>
            <a:chExt cx="4188960" cy="3066120"/>
          </a:xfrm>
        </p:grpSpPr>
        <p:sp>
          <p:nvSpPr>
            <p:cNvPr id="370" name="Google Shape;1318;p92"/>
            <p:cNvSpPr/>
            <p:nvPr/>
          </p:nvSpPr>
          <p:spPr>
            <a:xfrm rot="16200000">
              <a:off x="6960960" y="-807840"/>
              <a:ext cx="1558440" cy="2832840"/>
            </a:xfrm>
            <a:custGeom>
              <a:avLst/>
              <a:gdLst>
                <a:gd name="textAreaLeft" fmla="*/ 0 w 1558440"/>
                <a:gd name="textAreaRight" fmla="*/ 1558800 w 155844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pic>
          <p:nvPicPr>
            <p:cNvPr id="371" name="Google Shape;1319;p92"/>
            <p:cNvPicPr/>
            <p:nvPr/>
          </p:nvPicPr>
          <p:blipFill>
            <a:blip r:embed="rId3"/>
            <a:srcRect l="16959" t="24713" r="7122" b="26173"/>
            <a:stretch/>
          </p:blipFill>
          <p:spPr>
            <a:xfrm>
              <a:off x="6739920" y="-1678320"/>
              <a:ext cx="3772800" cy="2879640"/>
            </a:xfrm>
            <a:prstGeom prst="rect">
              <a:avLst/>
            </a:prstGeom>
            <a:ln w="0">
              <a:noFill/>
            </a:ln>
          </p:spPr>
        </p:pic>
        <p:sp>
          <p:nvSpPr>
            <p:cNvPr id="372" name="Google Shape;1320;p92"/>
            <p:cNvSpPr/>
            <p:nvPr/>
          </p:nvSpPr>
          <p:spPr>
            <a:xfrm>
              <a:off x="8445240" y="-80640"/>
              <a:ext cx="903960" cy="865440"/>
            </a:xfrm>
            <a:custGeom>
              <a:avLst/>
              <a:gdLst>
                <a:gd name="textAreaLeft" fmla="*/ 0 w 903960"/>
                <a:gd name="textAreaRight" fmla="*/ 904320 w 903960"/>
                <a:gd name="textAreaTop" fmla="*/ 0 h 865440"/>
                <a:gd name="textAreaBottom" fmla="*/ 865800 h 86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373" name="Google Shape;1321;p92"/>
            <p:cNvGrpSpPr/>
            <p:nvPr/>
          </p:nvGrpSpPr>
          <p:grpSpPr>
            <a:xfrm>
              <a:off x="8658000" y="-59040"/>
              <a:ext cx="174960" cy="822960"/>
              <a:chOff x="8658000" y="-59040"/>
              <a:chExt cx="174960" cy="822960"/>
            </a:xfrm>
          </p:grpSpPr>
          <p:sp>
            <p:nvSpPr>
              <p:cNvPr id="374" name="Google Shape;1322;p92"/>
              <p:cNvSpPr/>
              <p:nvPr/>
            </p:nvSpPr>
            <p:spPr>
              <a:xfrm rot="18900000">
                <a:off x="8683560" y="6152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75" name="Google Shape;1323;p92"/>
              <p:cNvSpPr/>
              <p:nvPr/>
            </p:nvSpPr>
            <p:spPr>
              <a:xfrm rot="18900000">
                <a:off x="8683560" y="50688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76" name="Google Shape;1324;p92"/>
              <p:cNvSpPr/>
              <p:nvPr/>
            </p:nvSpPr>
            <p:spPr>
              <a:xfrm rot="18900000">
                <a:off x="8683560" y="39888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77" name="Google Shape;1325;p92"/>
              <p:cNvSpPr/>
              <p:nvPr/>
            </p:nvSpPr>
            <p:spPr>
              <a:xfrm rot="18900000">
                <a:off x="8683200" y="29088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78" name="Google Shape;1326;p92"/>
              <p:cNvSpPr/>
              <p:nvPr/>
            </p:nvSpPr>
            <p:spPr>
              <a:xfrm rot="18900000">
                <a:off x="8683920" y="1832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79" name="Google Shape;1327;p92"/>
              <p:cNvSpPr/>
              <p:nvPr/>
            </p:nvSpPr>
            <p:spPr>
              <a:xfrm rot="18900000">
                <a:off x="8683560" y="752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80" name="Google Shape;1328;p92"/>
              <p:cNvSpPr/>
              <p:nvPr/>
            </p:nvSpPr>
            <p:spPr>
              <a:xfrm rot="18900000">
                <a:off x="8683560" y="-3348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381" name="Google Shape;1329;p92"/>
            <p:cNvGrpSpPr/>
            <p:nvPr/>
          </p:nvGrpSpPr>
          <p:grpSpPr>
            <a:xfrm>
              <a:off x="8907480" y="-59040"/>
              <a:ext cx="174600" cy="822960"/>
              <a:chOff x="8907480" y="-59040"/>
              <a:chExt cx="174600" cy="822960"/>
            </a:xfrm>
          </p:grpSpPr>
          <p:sp>
            <p:nvSpPr>
              <p:cNvPr id="382" name="Google Shape;1330;p92"/>
              <p:cNvSpPr/>
              <p:nvPr/>
            </p:nvSpPr>
            <p:spPr>
              <a:xfrm rot="18900000">
                <a:off x="8933040" y="6152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83" name="Google Shape;1331;p92"/>
              <p:cNvSpPr/>
              <p:nvPr/>
            </p:nvSpPr>
            <p:spPr>
              <a:xfrm rot="18900000">
                <a:off x="8933040" y="50688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84" name="Google Shape;1332;p92"/>
              <p:cNvSpPr/>
              <p:nvPr/>
            </p:nvSpPr>
            <p:spPr>
              <a:xfrm rot="18900000">
                <a:off x="8933040" y="39888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85" name="Google Shape;1333;p92"/>
              <p:cNvSpPr/>
              <p:nvPr/>
            </p:nvSpPr>
            <p:spPr>
              <a:xfrm rot="18900000">
                <a:off x="8932680" y="29088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86" name="Google Shape;1334;p92"/>
              <p:cNvSpPr/>
              <p:nvPr/>
            </p:nvSpPr>
            <p:spPr>
              <a:xfrm rot="18900000">
                <a:off x="8933040" y="1832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87" name="Google Shape;1335;p92"/>
              <p:cNvSpPr/>
              <p:nvPr/>
            </p:nvSpPr>
            <p:spPr>
              <a:xfrm rot="18900000">
                <a:off x="8933040" y="752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88" name="Google Shape;1336;p92"/>
              <p:cNvSpPr/>
              <p:nvPr/>
            </p:nvSpPr>
            <p:spPr>
              <a:xfrm rot="18900000">
                <a:off x="8933040" y="-3348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9900FF">
                      <a:alpha val="37000"/>
                    </a:srgbClr>
                  </a:gs>
                  <a:gs pos="100000">
                    <a:srgbClr val="FFFFFF">
                      <a:alpha val="37000"/>
                    </a:srgbClr>
                  </a:gs>
                </a:gsLst>
                <a:lin ang="54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389" name="Google Shape;1337;p92"/>
          <p:cNvGrpSpPr/>
          <p:nvPr/>
        </p:nvGrpSpPr>
        <p:grpSpPr>
          <a:xfrm>
            <a:off x="8854560" y="2261160"/>
            <a:ext cx="620640" cy="620640"/>
            <a:chOff x="8854560" y="2261160"/>
            <a:chExt cx="620640" cy="620640"/>
          </a:xfrm>
        </p:grpSpPr>
        <p:sp>
          <p:nvSpPr>
            <p:cNvPr id="390" name="Google Shape;1338;p92"/>
            <p:cNvSpPr/>
            <p:nvPr/>
          </p:nvSpPr>
          <p:spPr>
            <a:xfrm rot="2700000">
              <a:off x="8945280" y="235188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91" name="Google Shape;1339;p92"/>
            <p:cNvSpPr/>
            <p:nvPr/>
          </p:nvSpPr>
          <p:spPr>
            <a:xfrm rot="2700000">
              <a:off x="9033480" y="245196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
        <p:cNvGrpSpPr/>
        <p:nvPr/>
      </p:nvGrpSpPr>
      <p:grpSpPr>
        <a:xfrm>
          <a:off x="0" y="0"/>
          <a:ext cx="0" cy="0"/>
          <a:chOff x="0" y="0"/>
          <a:chExt cx="0" cy="0"/>
        </a:xfrm>
      </p:grpSpPr>
      <p:grpSp>
        <p:nvGrpSpPr>
          <p:cNvPr id="392" name="Google Shape;1341;p93"/>
          <p:cNvGrpSpPr/>
          <p:nvPr/>
        </p:nvGrpSpPr>
        <p:grpSpPr>
          <a:xfrm>
            <a:off x="8332920" y="720"/>
            <a:ext cx="2385720" cy="3292560"/>
            <a:chOff x="8332920" y="720"/>
            <a:chExt cx="2385720" cy="3292560"/>
          </a:xfrm>
        </p:grpSpPr>
        <p:pic>
          <p:nvPicPr>
            <p:cNvPr id="393" name="Google Shape;1342;p93"/>
            <p:cNvPicPr/>
            <p:nvPr/>
          </p:nvPicPr>
          <p:blipFill>
            <a:blip r:embed="rId3"/>
            <a:srcRect l="16959" t="24713" r="7122" b="26173"/>
            <a:stretch/>
          </p:blipFill>
          <p:spPr>
            <a:xfrm rot="5400000">
              <a:off x="7962840" y="537120"/>
              <a:ext cx="3125880" cy="2385720"/>
            </a:xfrm>
            <a:prstGeom prst="rect">
              <a:avLst/>
            </a:prstGeom>
            <a:ln w="0">
              <a:noFill/>
            </a:ln>
          </p:spPr>
        </p:pic>
        <p:grpSp>
          <p:nvGrpSpPr>
            <p:cNvPr id="394" name="Google Shape;1343;p93"/>
            <p:cNvGrpSpPr/>
            <p:nvPr/>
          </p:nvGrpSpPr>
          <p:grpSpPr>
            <a:xfrm>
              <a:off x="8529120" y="720"/>
              <a:ext cx="324360" cy="1787400"/>
              <a:chOff x="8529120" y="720"/>
              <a:chExt cx="324360" cy="1787400"/>
            </a:xfrm>
          </p:grpSpPr>
          <p:sp>
            <p:nvSpPr>
              <p:cNvPr id="395" name="Google Shape;1344;p93"/>
              <p:cNvSpPr/>
              <p:nvPr/>
            </p:nvSpPr>
            <p:spPr>
              <a:xfrm>
                <a:off x="8606880" y="85320"/>
                <a:ext cx="246600" cy="1702800"/>
              </a:xfrm>
              <a:custGeom>
                <a:avLst/>
                <a:gdLst>
                  <a:gd name="textAreaLeft" fmla="*/ 0 w 246600"/>
                  <a:gd name="textAreaRight" fmla="*/ 246960 w 246600"/>
                  <a:gd name="textAreaTop" fmla="*/ 0 h 1702800"/>
                  <a:gd name="textAreaBottom" fmla="*/ 1703160 h 170280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396" name="Google Shape;1345;p93"/>
              <p:cNvGrpSpPr/>
              <p:nvPr/>
            </p:nvGrpSpPr>
            <p:grpSpPr>
              <a:xfrm>
                <a:off x="8529120" y="720"/>
                <a:ext cx="182160" cy="182520"/>
                <a:chOff x="8529120" y="720"/>
                <a:chExt cx="182160" cy="182520"/>
              </a:xfrm>
            </p:grpSpPr>
            <p:sp>
              <p:nvSpPr>
                <p:cNvPr id="397" name="Google Shape;1346;p93"/>
                <p:cNvSpPr/>
                <p:nvPr/>
              </p:nvSpPr>
              <p:spPr>
                <a:xfrm rot="12600000">
                  <a:off x="8553240" y="2520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40000">
                      <a:srgbClr val="FF9900">
                        <a:alpha val="40000"/>
                      </a:srgbClr>
                    </a:gs>
                    <a:gs pos="100000">
                      <a:srgbClr val="FFFFFF">
                        <a:alpha val="0"/>
                      </a:srgbClr>
                    </a:gs>
                  </a:gsLst>
                  <a:lin ang="2694000"/>
                </a:gradFill>
                <a:ln w="9525">
                  <a:solidFill>
                    <a:srgbClr val="F5F8FF"/>
                  </a:solidFill>
                  <a:round/>
                </a:ln>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98" name="Google Shape;1347;p93"/>
                <p:cNvSpPr/>
                <p:nvPr/>
              </p:nvSpPr>
              <p:spPr>
                <a:xfrm rot="12600000">
                  <a:off x="8580240" y="55440"/>
                  <a:ext cx="79920" cy="72720"/>
                </a:xfrm>
                <a:custGeom>
                  <a:avLst/>
                  <a:gdLst>
                    <a:gd name="textAreaLeft" fmla="*/ 0 w 79920"/>
                    <a:gd name="textAreaRight" fmla="*/ 8028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grpSp>
        <p:nvGrpSpPr>
          <p:cNvPr id="399" name="Google Shape;1348;p93"/>
          <p:cNvGrpSpPr/>
          <p:nvPr/>
        </p:nvGrpSpPr>
        <p:grpSpPr>
          <a:xfrm>
            <a:off x="-213480" y="171360"/>
            <a:ext cx="438840" cy="438840"/>
            <a:chOff x="-213480" y="171360"/>
            <a:chExt cx="438840" cy="438840"/>
          </a:xfrm>
        </p:grpSpPr>
        <p:sp>
          <p:nvSpPr>
            <p:cNvPr id="400" name="Google Shape;1349;p93"/>
            <p:cNvSpPr/>
            <p:nvPr/>
          </p:nvSpPr>
          <p:spPr>
            <a:xfrm>
              <a:off x="-213480" y="17136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01" name="Google Shape;1350;p93"/>
            <p:cNvSpPr/>
            <p:nvPr/>
          </p:nvSpPr>
          <p:spPr>
            <a:xfrm>
              <a:off x="-125280" y="27108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402" name="Google Shape;1351;p93"/>
          <p:cNvGrpSpPr/>
          <p:nvPr/>
        </p:nvGrpSpPr>
        <p:grpSpPr>
          <a:xfrm>
            <a:off x="-1262520" y="3161160"/>
            <a:ext cx="4821840" cy="2934000"/>
            <a:chOff x="-1262520" y="3161160"/>
            <a:chExt cx="4821840" cy="2934000"/>
          </a:xfrm>
        </p:grpSpPr>
        <p:pic>
          <p:nvPicPr>
            <p:cNvPr id="403" name="Google Shape;1352;p93"/>
            <p:cNvPicPr/>
            <p:nvPr/>
          </p:nvPicPr>
          <p:blipFill>
            <a:blip r:embed="rId3"/>
            <a:srcRect l="16959" t="24713" r="7122" b="26173"/>
            <a:stretch/>
          </p:blipFill>
          <p:spPr>
            <a:xfrm rot="5400000">
              <a:off x="-1609920" y="3508560"/>
              <a:ext cx="2934000" cy="2239200"/>
            </a:xfrm>
            <a:prstGeom prst="rect">
              <a:avLst/>
            </a:prstGeom>
            <a:ln w="0">
              <a:noFill/>
            </a:ln>
          </p:spPr>
        </p:pic>
        <p:sp>
          <p:nvSpPr>
            <p:cNvPr id="404" name="Google Shape;1353;p93"/>
            <p:cNvSpPr/>
            <p:nvPr/>
          </p:nvSpPr>
          <p:spPr>
            <a:xfrm rot="16200000">
              <a:off x="-260280" y="3596760"/>
              <a:ext cx="502560" cy="2327400"/>
            </a:xfrm>
            <a:custGeom>
              <a:avLst/>
              <a:gdLst>
                <a:gd name="textAreaLeft" fmla="*/ 0 w 502560"/>
                <a:gd name="textAreaRight" fmla="*/ 502920 w 502560"/>
                <a:gd name="textAreaTop" fmla="*/ 0 h 2327400"/>
                <a:gd name="textAreaBottom" fmla="*/ 2327760 h 2327400"/>
              </a:gdLst>
              <a:ahLst/>
              <a:cxnLst/>
              <a:rect l="textAreaLeft" t="textAreaTop" r="textAreaRight" b="textAreaBottom"/>
              <a:pathLst>
                <a:path w="12266" h="56755">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405" name="Google Shape;1354;p93"/>
            <p:cNvGrpSpPr/>
            <p:nvPr/>
          </p:nvGrpSpPr>
          <p:grpSpPr>
            <a:xfrm>
              <a:off x="-16920" y="4609080"/>
              <a:ext cx="604080" cy="656640"/>
              <a:chOff x="-16920" y="4609080"/>
              <a:chExt cx="604080" cy="656640"/>
            </a:xfrm>
          </p:grpSpPr>
          <p:grpSp>
            <p:nvGrpSpPr>
              <p:cNvPr id="406" name="Google Shape;1355;p93"/>
              <p:cNvGrpSpPr/>
              <p:nvPr/>
            </p:nvGrpSpPr>
            <p:grpSpPr>
              <a:xfrm>
                <a:off x="-16920" y="4609080"/>
                <a:ext cx="327960" cy="327960"/>
                <a:chOff x="-16920" y="4609080"/>
                <a:chExt cx="327960" cy="327960"/>
              </a:xfrm>
            </p:grpSpPr>
            <p:sp>
              <p:nvSpPr>
                <p:cNvPr id="407" name="Google Shape;1356;p93"/>
                <p:cNvSpPr/>
                <p:nvPr/>
              </p:nvSpPr>
              <p:spPr>
                <a:xfrm rot="10800000">
                  <a:off x="195480" y="48214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08" name="Google Shape;1357;p93"/>
                <p:cNvSpPr/>
                <p:nvPr/>
              </p:nvSpPr>
              <p:spPr>
                <a:xfrm rot="10800000">
                  <a:off x="160200" y="47862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09" name="Google Shape;1358;p93"/>
                <p:cNvSpPr/>
                <p:nvPr/>
              </p:nvSpPr>
              <p:spPr>
                <a:xfrm rot="10800000">
                  <a:off x="124560" y="475056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10" name="Google Shape;1359;p93"/>
                <p:cNvSpPr/>
                <p:nvPr/>
              </p:nvSpPr>
              <p:spPr>
                <a:xfrm rot="10800000">
                  <a:off x="89280" y="4715640"/>
                  <a:ext cx="115560" cy="115200"/>
                </a:xfrm>
                <a:custGeom>
                  <a:avLst/>
                  <a:gdLst>
                    <a:gd name="textAreaLeft" fmla="*/ 0 w 115560"/>
                    <a:gd name="textAreaRight" fmla="*/ 115920 w 115560"/>
                    <a:gd name="textAreaTop" fmla="*/ 0 h 115200"/>
                    <a:gd name="textAreaBottom" fmla="*/ 115560 h 1152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600" bIns="576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11" name="Google Shape;1360;p93"/>
                <p:cNvSpPr/>
                <p:nvPr/>
              </p:nvSpPr>
              <p:spPr>
                <a:xfrm rot="10800000">
                  <a:off x="54000" y="467964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12" name="Google Shape;1361;p93"/>
                <p:cNvSpPr/>
                <p:nvPr/>
              </p:nvSpPr>
              <p:spPr>
                <a:xfrm rot="10800000">
                  <a:off x="18360" y="464472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600" bIns="576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13" name="Google Shape;1362;p93"/>
                <p:cNvSpPr/>
                <p:nvPr/>
              </p:nvSpPr>
              <p:spPr>
                <a:xfrm rot="10800000">
                  <a:off x="-16920" y="46090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414" name="Google Shape;1363;p93"/>
              <p:cNvGrpSpPr/>
              <p:nvPr/>
            </p:nvGrpSpPr>
            <p:grpSpPr>
              <a:xfrm>
                <a:off x="258840" y="4609080"/>
                <a:ext cx="328320" cy="327960"/>
                <a:chOff x="258840" y="4609080"/>
                <a:chExt cx="328320" cy="327960"/>
              </a:xfrm>
            </p:grpSpPr>
            <p:sp>
              <p:nvSpPr>
                <p:cNvPr id="415" name="Google Shape;1364;p93"/>
                <p:cNvSpPr/>
                <p:nvPr/>
              </p:nvSpPr>
              <p:spPr>
                <a:xfrm rot="10800000">
                  <a:off x="471600" y="48214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16" name="Google Shape;1365;p93"/>
                <p:cNvSpPr/>
                <p:nvPr/>
              </p:nvSpPr>
              <p:spPr>
                <a:xfrm rot="10800000">
                  <a:off x="436320" y="47862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17" name="Google Shape;1366;p93"/>
                <p:cNvSpPr/>
                <p:nvPr/>
              </p:nvSpPr>
              <p:spPr>
                <a:xfrm rot="10800000">
                  <a:off x="400680" y="475056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18" name="Google Shape;1367;p93"/>
                <p:cNvSpPr/>
                <p:nvPr/>
              </p:nvSpPr>
              <p:spPr>
                <a:xfrm rot="10800000">
                  <a:off x="365400" y="4715640"/>
                  <a:ext cx="115560" cy="115200"/>
                </a:xfrm>
                <a:custGeom>
                  <a:avLst/>
                  <a:gdLst>
                    <a:gd name="textAreaLeft" fmla="*/ 0 w 115560"/>
                    <a:gd name="textAreaRight" fmla="*/ 115920 w 115560"/>
                    <a:gd name="textAreaTop" fmla="*/ 0 h 115200"/>
                    <a:gd name="textAreaBottom" fmla="*/ 115560 h 1152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19" name="Google Shape;1368;p93"/>
                <p:cNvSpPr/>
                <p:nvPr/>
              </p:nvSpPr>
              <p:spPr>
                <a:xfrm rot="10800000">
                  <a:off x="329760" y="467964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20" name="Google Shape;1369;p93"/>
                <p:cNvSpPr/>
                <p:nvPr/>
              </p:nvSpPr>
              <p:spPr>
                <a:xfrm rot="10800000">
                  <a:off x="294480" y="464472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21" name="Google Shape;1370;p93"/>
                <p:cNvSpPr/>
                <p:nvPr/>
              </p:nvSpPr>
              <p:spPr>
                <a:xfrm rot="10800000">
                  <a:off x="258840" y="46090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422" name="Google Shape;1371;p93"/>
              <p:cNvGrpSpPr/>
              <p:nvPr/>
            </p:nvGrpSpPr>
            <p:grpSpPr>
              <a:xfrm>
                <a:off x="206640" y="4937400"/>
                <a:ext cx="327960" cy="328320"/>
                <a:chOff x="206640" y="4937400"/>
                <a:chExt cx="327960" cy="328320"/>
              </a:xfrm>
            </p:grpSpPr>
            <p:sp>
              <p:nvSpPr>
                <p:cNvPr id="423" name="Google Shape;1372;p93"/>
                <p:cNvSpPr/>
                <p:nvPr/>
              </p:nvSpPr>
              <p:spPr>
                <a:xfrm rot="10800000">
                  <a:off x="419040" y="515016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24" name="Google Shape;1373;p93"/>
                <p:cNvSpPr/>
                <p:nvPr/>
              </p:nvSpPr>
              <p:spPr>
                <a:xfrm rot="10800000">
                  <a:off x="383760" y="51148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25" name="Google Shape;1374;p93"/>
                <p:cNvSpPr/>
                <p:nvPr/>
              </p:nvSpPr>
              <p:spPr>
                <a:xfrm rot="10800000">
                  <a:off x="348480" y="507924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26" name="Google Shape;1375;p93"/>
                <p:cNvSpPr/>
                <p:nvPr/>
              </p:nvSpPr>
              <p:spPr>
                <a:xfrm rot="10800000">
                  <a:off x="312840" y="5043960"/>
                  <a:ext cx="115560" cy="115200"/>
                </a:xfrm>
                <a:custGeom>
                  <a:avLst/>
                  <a:gdLst>
                    <a:gd name="textAreaLeft" fmla="*/ 0 w 115560"/>
                    <a:gd name="textAreaRight" fmla="*/ 115920 w 115560"/>
                    <a:gd name="textAreaTop" fmla="*/ 0 h 115200"/>
                    <a:gd name="textAreaBottom" fmla="*/ 115560 h 1152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27" name="Google Shape;1376;p93"/>
                <p:cNvSpPr/>
                <p:nvPr/>
              </p:nvSpPr>
              <p:spPr>
                <a:xfrm rot="10800000">
                  <a:off x="277560" y="500832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28" name="Google Shape;1377;p93"/>
                <p:cNvSpPr/>
                <p:nvPr/>
              </p:nvSpPr>
              <p:spPr>
                <a:xfrm rot="10800000">
                  <a:off x="242280" y="497304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29" name="Google Shape;1378;p93"/>
                <p:cNvSpPr/>
                <p:nvPr/>
              </p:nvSpPr>
              <p:spPr>
                <a:xfrm rot="10800000">
                  <a:off x="206640" y="49374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430" name="Google Shape;1379;p93"/>
            <p:cNvGrpSpPr/>
            <p:nvPr/>
          </p:nvGrpSpPr>
          <p:grpSpPr>
            <a:xfrm>
              <a:off x="-999000" y="4796640"/>
              <a:ext cx="4558320" cy="133920"/>
              <a:chOff x="-999000" y="4796640"/>
              <a:chExt cx="4558320" cy="133920"/>
            </a:xfrm>
          </p:grpSpPr>
          <p:sp>
            <p:nvSpPr>
              <p:cNvPr id="431" name="Google Shape;1380;p93"/>
              <p:cNvSpPr/>
              <p:nvPr/>
            </p:nvSpPr>
            <p:spPr>
              <a:xfrm>
                <a:off x="3425400" y="4796640"/>
                <a:ext cx="133920" cy="133920"/>
              </a:xfrm>
              <a:prstGeom prst="ellipse">
                <a:avLst/>
              </a:prstGeom>
              <a:noFill/>
              <a:ln w="9525">
                <a:solidFill>
                  <a:srgbClr val="F5F8FF"/>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432" name="Google Shape;1381;p93"/>
              <p:cNvCxnSpPr/>
              <p:nvPr/>
            </p:nvCxnSpPr>
            <p:spPr>
              <a:xfrm>
                <a:off x="-999000" y="4863240"/>
                <a:ext cx="4462560" cy="360"/>
              </a:xfrm>
              <a:prstGeom prst="straightConnector1">
                <a:avLst/>
              </a:prstGeom>
              <a:ln w="9525">
                <a:solidFill>
                  <a:srgbClr val="F5F8FF"/>
                </a:solidFill>
                <a:round/>
              </a:ln>
            </p:spPr>
          </p:cxnSp>
          <p:sp>
            <p:nvSpPr>
              <p:cNvPr id="433" name="Google Shape;1382;p93"/>
              <p:cNvSpPr/>
              <p:nvPr/>
            </p:nvSpPr>
            <p:spPr>
              <a:xfrm>
                <a:off x="3455640" y="4826520"/>
                <a:ext cx="73440" cy="7344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3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rgbClr val="000000"/>
                </a:solidFill>
                <a:latin typeface="Arial"/>
              </a:rPr>
              <a:t>Click to edit the title text format</a:t>
            </a:r>
          </a:p>
        </p:txBody>
      </p:sp>
      <p:sp>
        <p:nvSpPr>
          <p:cNvPr id="435" name="PlaceHolder 2"/>
          <p:cNvSpPr>
            <a:spLocks noGrp="1"/>
          </p:cNvSpPr>
          <p:nvPr>
            <p:ph type="title"/>
          </p:nvPr>
        </p:nvSpPr>
        <p:spPr>
          <a:xfrm>
            <a:off x="720000" y="1344600"/>
            <a:ext cx="1057320" cy="639720"/>
          </a:xfrm>
          <a:prstGeom prst="rect">
            <a:avLst/>
          </a:prstGeom>
          <a:noFill/>
          <a:ln w="0">
            <a:noFill/>
          </a:ln>
        </p:spPr>
        <p:txBody>
          <a:bodyPr lIns="91440" tIns="91440" rIns="91440" bIns="91440" anchor="b">
            <a:noAutofit/>
          </a:bodyPr>
          <a:lstStyle/>
          <a:p>
            <a:pPr indent="0">
              <a:buNone/>
            </a:pPr>
            <a:r>
              <a:rPr lang="fr-FR" sz="3000" b="0" strike="noStrike" spc="-1">
                <a:solidFill>
                  <a:srgbClr val="000000"/>
                </a:solidFill>
                <a:latin typeface="Arial"/>
              </a:rPr>
              <a:t>Click to edit the title text format</a:t>
            </a:r>
          </a:p>
        </p:txBody>
      </p:sp>
      <p:sp>
        <p:nvSpPr>
          <p:cNvPr id="436" name="PlaceHolder 3"/>
          <p:cNvSpPr>
            <a:spLocks noGrp="1"/>
          </p:cNvSpPr>
          <p:nvPr>
            <p:ph type="title"/>
          </p:nvPr>
        </p:nvSpPr>
        <p:spPr>
          <a:xfrm>
            <a:off x="720000" y="3040920"/>
            <a:ext cx="1057320" cy="639720"/>
          </a:xfrm>
          <a:prstGeom prst="rect">
            <a:avLst/>
          </a:prstGeom>
          <a:noFill/>
          <a:ln w="0">
            <a:noFill/>
          </a:ln>
        </p:spPr>
        <p:txBody>
          <a:bodyPr lIns="91440" tIns="91440" rIns="91440" bIns="91440" anchor="b">
            <a:noAutofit/>
          </a:bodyPr>
          <a:lstStyle/>
          <a:p>
            <a:pPr indent="0">
              <a:buNone/>
            </a:pPr>
            <a:r>
              <a:rPr lang="fr-FR" sz="3000" b="0" strike="noStrike" spc="-1">
                <a:solidFill>
                  <a:srgbClr val="000000"/>
                </a:solidFill>
                <a:latin typeface="Arial"/>
              </a:rPr>
              <a:t>Click to edit the title text format</a:t>
            </a:r>
          </a:p>
        </p:txBody>
      </p:sp>
      <p:sp>
        <p:nvSpPr>
          <p:cNvPr id="437" name="PlaceHolder 4"/>
          <p:cNvSpPr>
            <a:spLocks noGrp="1"/>
          </p:cNvSpPr>
          <p:nvPr>
            <p:ph type="title"/>
          </p:nvPr>
        </p:nvSpPr>
        <p:spPr>
          <a:xfrm>
            <a:off x="4366800" y="1344600"/>
            <a:ext cx="1057320" cy="639720"/>
          </a:xfrm>
          <a:prstGeom prst="rect">
            <a:avLst/>
          </a:prstGeom>
          <a:noFill/>
          <a:ln w="0">
            <a:noFill/>
          </a:ln>
        </p:spPr>
        <p:txBody>
          <a:bodyPr lIns="91440" tIns="91440" rIns="91440" bIns="91440" anchor="b">
            <a:noAutofit/>
          </a:bodyPr>
          <a:lstStyle/>
          <a:p>
            <a:pPr indent="0">
              <a:buNone/>
            </a:pPr>
            <a:r>
              <a:rPr lang="fr-FR" sz="3000" b="0" strike="noStrike" spc="-1">
                <a:solidFill>
                  <a:srgbClr val="000000"/>
                </a:solidFill>
                <a:latin typeface="Arial"/>
              </a:rPr>
              <a:t>Click to edit the title text format</a:t>
            </a:r>
          </a:p>
        </p:txBody>
      </p:sp>
      <p:sp>
        <p:nvSpPr>
          <p:cNvPr id="438" name="PlaceHolder 5"/>
          <p:cNvSpPr>
            <a:spLocks noGrp="1"/>
          </p:cNvSpPr>
          <p:nvPr>
            <p:ph type="title"/>
          </p:nvPr>
        </p:nvSpPr>
        <p:spPr>
          <a:xfrm>
            <a:off x="4366800" y="3040920"/>
            <a:ext cx="1057320" cy="639720"/>
          </a:xfrm>
          <a:prstGeom prst="rect">
            <a:avLst/>
          </a:prstGeom>
          <a:noFill/>
          <a:ln w="0">
            <a:noFill/>
          </a:ln>
        </p:spPr>
        <p:txBody>
          <a:bodyPr lIns="91440" tIns="91440" rIns="91440" bIns="91440" anchor="b">
            <a:noAutofit/>
          </a:bodyPr>
          <a:lstStyle/>
          <a:p>
            <a:pPr indent="0">
              <a:buNone/>
            </a:pPr>
            <a:r>
              <a:rPr lang="fr-FR" sz="3000" b="0" strike="noStrike" spc="-1">
                <a:solidFill>
                  <a:srgbClr val="000000"/>
                </a:solidFill>
                <a:latin typeface="Arial"/>
              </a:rPr>
              <a:t>Click to edit the title text format</a:t>
            </a:r>
          </a:p>
        </p:txBody>
      </p:sp>
      <p:grpSp>
        <p:nvGrpSpPr>
          <p:cNvPr id="439" name="Google Shape;109;p64"/>
          <p:cNvGrpSpPr/>
          <p:nvPr/>
        </p:nvGrpSpPr>
        <p:grpSpPr>
          <a:xfrm>
            <a:off x="-693000" y="2711880"/>
            <a:ext cx="1981440" cy="3308400"/>
            <a:chOff x="-693000" y="2711880"/>
            <a:chExt cx="1981440" cy="3308400"/>
          </a:xfrm>
        </p:grpSpPr>
        <p:sp>
          <p:nvSpPr>
            <p:cNvPr id="440" name="Google Shape;110;p64"/>
            <p:cNvSpPr/>
            <p:nvPr/>
          </p:nvSpPr>
          <p:spPr>
            <a:xfrm flipH="1">
              <a:off x="-504720" y="4279320"/>
              <a:ext cx="1139040" cy="986400"/>
            </a:xfrm>
            <a:custGeom>
              <a:avLst/>
              <a:gdLst>
                <a:gd name="textAreaLeft" fmla="*/ 360 w 1139040"/>
                <a:gd name="textAreaRight" fmla="*/ 1139760 w 1139040"/>
                <a:gd name="textAreaTop" fmla="*/ 0 h 986400"/>
                <a:gd name="textAreaBottom" fmla="*/ 986760 h 98640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441" name="Google Shape;111;p64"/>
            <p:cNvGrpSpPr/>
            <p:nvPr/>
          </p:nvGrpSpPr>
          <p:grpSpPr>
            <a:xfrm>
              <a:off x="171000" y="4682160"/>
              <a:ext cx="327960" cy="328320"/>
              <a:chOff x="171000" y="4682160"/>
              <a:chExt cx="327960" cy="328320"/>
            </a:xfrm>
          </p:grpSpPr>
          <p:sp>
            <p:nvSpPr>
              <p:cNvPr id="442" name="Google Shape;112;p64"/>
              <p:cNvSpPr/>
              <p:nvPr/>
            </p:nvSpPr>
            <p:spPr>
              <a:xfrm>
                <a:off x="171000" y="468216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43" name="Google Shape;113;p64"/>
              <p:cNvSpPr/>
              <p:nvPr/>
            </p:nvSpPr>
            <p:spPr>
              <a:xfrm>
                <a:off x="206280" y="47178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44" name="Google Shape;114;p64"/>
              <p:cNvSpPr/>
              <p:nvPr/>
            </p:nvSpPr>
            <p:spPr>
              <a:xfrm>
                <a:off x="241920" y="47530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45" name="Google Shape;115;p64"/>
              <p:cNvSpPr/>
              <p:nvPr/>
            </p:nvSpPr>
            <p:spPr>
              <a:xfrm>
                <a:off x="277200" y="4788720"/>
                <a:ext cx="115560" cy="115200"/>
              </a:xfrm>
              <a:custGeom>
                <a:avLst/>
                <a:gdLst>
                  <a:gd name="textAreaLeft" fmla="*/ 0 w 115560"/>
                  <a:gd name="textAreaRight" fmla="*/ 115920 w 115560"/>
                  <a:gd name="textAreaTop" fmla="*/ 0 h 115200"/>
                  <a:gd name="textAreaBottom" fmla="*/ 115560 h 1152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600" bIns="576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46" name="Google Shape;116;p64"/>
              <p:cNvSpPr/>
              <p:nvPr/>
            </p:nvSpPr>
            <p:spPr>
              <a:xfrm>
                <a:off x="312840" y="48240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47" name="Google Shape;117;p64"/>
              <p:cNvSpPr/>
              <p:nvPr/>
            </p:nvSpPr>
            <p:spPr>
              <a:xfrm>
                <a:off x="348480" y="485964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600" bIns="576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48" name="Google Shape;118;p64"/>
              <p:cNvSpPr/>
              <p:nvPr/>
            </p:nvSpPr>
            <p:spPr>
              <a:xfrm>
                <a:off x="383400" y="489492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449" name="Google Shape;119;p64"/>
            <p:cNvGrpSpPr/>
            <p:nvPr/>
          </p:nvGrpSpPr>
          <p:grpSpPr>
            <a:xfrm>
              <a:off x="-693000" y="2711880"/>
              <a:ext cx="1116720" cy="1598040"/>
              <a:chOff x="-693000" y="2711880"/>
              <a:chExt cx="1116720" cy="1598040"/>
            </a:xfrm>
          </p:grpSpPr>
          <p:sp>
            <p:nvSpPr>
              <p:cNvPr id="450" name="Google Shape;120;p64"/>
              <p:cNvSpPr/>
              <p:nvPr/>
            </p:nvSpPr>
            <p:spPr>
              <a:xfrm rot="9000000">
                <a:off x="-283680" y="2659320"/>
                <a:ext cx="246600" cy="1702800"/>
              </a:xfrm>
              <a:custGeom>
                <a:avLst/>
                <a:gdLst>
                  <a:gd name="textAreaLeft" fmla="*/ 0 w 246600"/>
                  <a:gd name="textAreaRight" fmla="*/ 246960 w 246600"/>
                  <a:gd name="textAreaTop" fmla="*/ 0 h 1702800"/>
                  <a:gd name="textAreaBottom" fmla="*/ 1703160 h 170280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solidFill>
                <a:srgbClr val="0C0A9E">
                  <a:alpha val="3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451" name="Google Shape;121;p64"/>
              <p:cNvGrpSpPr/>
              <p:nvPr/>
            </p:nvGrpSpPr>
            <p:grpSpPr>
              <a:xfrm>
                <a:off x="290160" y="4120920"/>
                <a:ext cx="133560" cy="133560"/>
                <a:chOff x="290160" y="4120920"/>
                <a:chExt cx="133560" cy="133560"/>
              </a:xfrm>
            </p:grpSpPr>
            <p:sp>
              <p:nvSpPr>
                <p:cNvPr id="452" name="Google Shape;122;p64"/>
                <p:cNvSpPr/>
                <p:nvPr/>
              </p:nvSpPr>
              <p:spPr>
                <a:xfrm>
                  <a:off x="290160" y="412092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0C0A9E">
                        <a:alpha val="37000"/>
                      </a:srgbClr>
                    </a:gs>
                    <a:gs pos="100000">
                      <a:srgbClr val="FFFFFF">
                        <a:alpha val="0"/>
                      </a:srgbClr>
                    </a:gs>
                  </a:gsLst>
                  <a:lin ang="13500000"/>
                </a:gradFill>
                <a:ln w="0">
                  <a:noFill/>
                </a:ln>
                <a:effectLst>
                  <a:outerShdw blurRad="42840" dist="9220" dir="2319588" algn="bl" rotWithShape="0">
                    <a:schemeClr val="lt2"/>
                  </a:outerShdw>
                </a:effectLst>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53" name="Google Shape;123;p64"/>
                <p:cNvSpPr/>
                <p:nvPr/>
              </p:nvSpPr>
              <p:spPr>
                <a:xfrm>
                  <a:off x="317160" y="4151520"/>
                  <a:ext cx="79920" cy="72720"/>
                </a:xfrm>
                <a:custGeom>
                  <a:avLst/>
                  <a:gdLst>
                    <a:gd name="textAreaLeft" fmla="*/ 0 w 79920"/>
                    <a:gd name="textAreaRight" fmla="*/ 8028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0C0A9E">
                        <a:alpha val="37000"/>
                      </a:srgbClr>
                    </a:gs>
                    <a:gs pos="100000">
                      <a:srgbClr val="FFFFFF">
                        <a:alpha val="0"/>
                      </a:srgbClr>
                    </a:gs>
                  </a:gsLst>
                  <a:lin ang="13500000"/>
                </a:gradFill>
                <a:ln w="0">
                  <a:noFill/>
                </a:ln>
                <a:effectLst>
                  <a:outerShdw blurRad="42840" dist="9220" dir="2319588" algn="bl" rotWithShape="0">
                    <a:schemeClr val="lt2"/>
                  </a:outerShdw>
                </a:effectLst>
              </p:spPr>
              <p:style>
                <a:lnRef idx="0">
                  <a:scrgbClr r="0" g="0" b="0"/>
                </a:lnRef>
                <a:fillRef idx="0">
                  <a:scrgbClr r="0" g="0" b="0"/>
                </a:fillRef>
                <a:effectRef idx="0">
                  <a:scrgbClr r="0" g="0" b="0"/>
                </a:effectRef>
                <a:fontRef idx="minor"/>
              </p:style>
              <p:txBody>
                <a:bodyPr tIns="36360" bIns="363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454" name="Google Shape;124;p64"/>
            <p:cNvGrpSpPr/>
            <p:nvPr/>
          </p:nvGrpSpPr>
          <p:grpSpPr>
            <a:xfrm>
              <a:off x="-132840" y="3610800"/>
              <a:ext cx="363960" cy="1786680"/>
              <a:chOff x="-132840" y="3610800"/>
              <a:chExt cx="363960" cy="1786680"/>
            </a:xfrm>
          </p:grpSpPr>
          <p:sp>
            <p:nvSpPr>
              <p:cNvPr id="455" name="Google Shape;125;p64"/>
              <p:cNvSpPr/>
              <p:nvPr/>
            </p:nvSpPr>
            <p:spPr>
              <a:xfrm rot="21519000">
                <a:off x="-35280" y="3691800"/>
                <a:ext cx="246600" cy="1702800"/>
              </a:xfrm>
              <a:custGeom>
                <a:avLst/>
                <a:gdLst>
                  <a:gd name="textAreaLeft" fmla="*/ 0 w 246600"/>
                  <a:gd name="textAreaRight" fmla="*/ 246960 w 246600"/>
                  <a:gd name="textAreaTop" fmla="*/ 0 h 1702800"/>
                  <a:gd name="textAreaBottom" fmla="*/ 1703160 h 170280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solidFill>
                <a:srgbClr val="0C0A9E">
                  <a:alpha val="3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456" name="Google Shape;126;p64"/>
              <p:cNvGrpSpPr/>
              <p:nvPr/>
            </p:nvGrpSpPr>
            <p:grpSpPr>
              <a:xfrm>
                <a:off x="-132840" y="3610800"/>
                <a:ext cx="181440" cy="181080"/>
                <a:chOff x="-132840" y="3610800"/>
                <a:chExt cx="181440" cy="181080"/>
              </a:xfrm>
            </p:grpSpPr>
            <p:sp>
              <p:nvSpPr>
                <p:cNvPr id="457" name="Google Shape;127;p64"/>
                <p:cNvSpPr/>
                <p:nvPr/>
              </p:nvSpPr>
              <p:spPr>
                <a:xfrm rot="12519000">
                  <a:off x="-108720" y="363420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0C0A9E">
                        <a:alpha val="37000"/>
                      </a:srgbClr>
                    </a:gs>
                    <a:gs pos="100000">
                      <a:srgbClr val="FFFFFF">
                        <a:alpha val="0"/>
                      </a:srgbClr>
                    </a:gs>
                  </a:gsLst>
                  <a:lin ang="13500000"/>
                </a:gradFill>
                <a:ln w="0">
                  <a:noFill/>
                </a:ln>
                <a:effectLst>
                  <a:outerShdw blurRad="42840" dist="9220" dir="2319588" algn="bl" rotWithShape="0">
                    <a:schemeClr val="lt2"/>
                  </a:outerShdw>
                </a:effectLst>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58" name="Google Shape;128;p64"/>
                <p:cNvSpPr/>
                <p:nvPr/>
              </p:nvSpPr>
              <p:spPr>
                <a:xfrm rot="12519000">
                  <a:off x="-81720" y="3664440"/>
                  <a:ext cx="79920" cy="72720"/>
                </a:xfrm>
                <a:custGeom>
                  <a:avLst/>
                  <a:gdLst>
                    <a:gd name="textAreaLeft" fmla="*/ 0 w 79920"/>
                    <a:gd name="textAreaRight" fmla="*/ 8028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0C0A9E">
                        <a:alpha val="37000"/>
                      </a:srgbClr>
                    </a:gs>
                    <a:gs pos="100000">
                      <a:srgbClr val="FFFFFF">
                        <a:alpha val="0"/>
                      </a:srgbClr>
                    </a:gs>
                  </a:gsLst>
                  <a:lin ang="13500000"/>
                </a:gradFill>
                <a:ln w="0">
                  <a:noFill/>
                </a:ln>
                <a:effectLst>
                  <a:outerShdw blurRad="42840" dist="9220" dir="2319588" algn="bl" rotWithShape="0">
                    <a:schemeClr val="lt2"/>
                  </a:outerShdw>
                </a:effectLst>
              </p:spPr>
              <p:style>
                <a:lnRef idx="0">
                  <a:scrgbClr r="0" g="0" b="0"/>
                </a:lnRef>
                <a:fillRef idx="0">
                  <a:scrgbClr r="0" g="0" b="0"/>
                </a:fillRef>
                <a:effectRef idx="0">
                  <a:scrgbClr r="0" g="0" b="0"/>
                </a:effectRef>
                <a:fontRef idx="minor"/>
              </p:style>
              <p:txBody>
                <a:bodyPr tIns="36360" bIns="363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459" name="Google Shape;129;p64"/>
            <p:cNvGrpSpPr/>
            <p:nvPr/>
          </p:nvGrpSpPr>
          <p:grpSpPr>
            <a:xfrm>
              <a:off x="171720" y="4422600"/>
              <a:ext cx="1116720" cy="1597680"/>
              <a:chOff x="171720" y="4422600"/>
              <a:chExt cx="1116720" cy="1597680"/>
            </a:xfrm>
          </p:grpSpPr>
          <p:sp>
            <p:nvSpPr>
              <p:cNvPr id="460" name="Google Shape;130;p64"/>
              <p:cNvSpPr/>
              <p:nvPr/>
            </p:nvSpPr>
            <p:spPr>
              <a:xfrm rot="19800000">
                <a:off x="632520" y="4369680"/>
                <a:ext cx="246600" cy="1702800"/>
              </a:xfrm>
              <a:custGeom>
                <a:avLst/>
                <a:gdLst>
                  <a:gd name="textAreaLeft" fmla="*/ 0 w 246600"/>
                  <a:gd name="textAreaRight" fmla="*/ 246960 w 246600"/>
                  <a:gd name="textAreaTop" fmla="*/ 0 h 1702800"/>
                  <a:gd name="textAreaBottom" fmla="*/ 1703160 h 170280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solidFill>
                <a:srgbClr val="0C0A9E">
                  <a:alpha val="31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461" name="Google Shape;131;p64"/>
              <p:cNvGrpSpPr/>
              <p:nvPr/>
            </p:nvGrpSpPr>
            <p:grpSpPr>
              <a:xfrm>
                <a:off x="171720" y="4478040"/>
                <a:ext cx="133560" cy="133560"/>
                <a:chOff x="171720" y="4478040"/>
                <a:chExt cx="133560" cy="133560"/>
              </a:xfrm>
            </p:grpSpPr>
            <p:sp>
              <p:nvSpPr>
                <p:cNvPr id="462" name="Google Shape;132;p64"/>
                <p:cNvSpPr/>
                <p:nvPr/>
              </p:nvSpPr>
              <p:spPr>
                <a:xfrm rot="10800000">
                  <a:off x="171720" y="447804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0C0A9E">
                        <a:alpha val="37000"/>
                      </a:srgbClr>
                    </a:gs>
                    <a:gs pos="100000">
                      <a:srgbClr val="FFFFFF">
                        <a:alpha val="0"/>
                      </a:srgbClr>
                    </a:gs>
                  </a:gsLst>
                  <a:lin ang="13500000"/>
                </a:gradFill>
                <a:ln w="0">
                  <a:noFill/>
                </a:ln>
                <a:effectLst>
                  <a:outerShdw blurRad="42840" dist="9220" dir="2319588" algn="bl" rotWithShape="0">
                    <a:schemeClr val="lt2"/>
                  </a:outerShdw>
                </a:effectLst>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63" name="Google Shape;133;p64"/>
                <p:cNvSpPr/>
                <p:nvPr/>
              </p:nvSpPr>
              <p:spPr>
                <a:xfrm rot="10800000">
                  <a:off x="198360" y="4508280"/>
                  <a:ext cx="79920" cy="72720"/>
                </a:xfrm>
                <a:custGeom>
                  <a:avLst/>
                  <a:gdLst>
                    <a:gd name="textAreaLeft" fmla="*/ 0 w 79920"/>
                    <a:gd name="textAreaRight" fmla="*/ 8028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0C0A9E">
                        <a:alpha val="37000"/>
                      </a:srgbClr>
                    </a:gs>
                    <a:gs pos="100000">
                      <a:srgbClr val="FFFFFF">
                        <a:alpha val="0"/>
                      </a:srgbClr>
                    </a:gs>
                  </a:gsLst>
                  <a:lin ang="13500000"/>
                </a:gradFill>
                <a:ln w="0">
                  <a:noFill/>
                </a:ln>
                <a:effectLst>
                  <a:outerShdw blurRad="42840" dist="9220" dir="2319588" algn="bl" rotWithShape="0">
                    <a:schemeClr val="lt2"/>
                  </a:outerShdw>
                </a:effectLst>
              </p:spPr>
              <p:style>
                <a:lnRef idx="0">
                  <a:scrgbClr r="0" g="0" b="0"/>
                </a:lnRef>
                <a:fillRef idx="0">
                  <a:scrgbClr r="0" g="0" b="0"/>
                </a:fillRef>
                <a:effectRef idx="0">
                  <a:scrgbClr r="0" g="0" b="0"/>
                </a:effectRef>
                <a:fontRef idx="minor"/>
              </p:style>
              <p:txBody>
                <a:bodyPr tIns="36360" bIns="363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grpSp>
        <p:nvGrpSpPr>
          <p:cNvPr id="464" name="Google Shape;134;p64"/>
          <p:cNvGrpSpPr/>
          <p:nvPr/>
        </p:nvGrpSpPr>
        <p:grpSpPr>
          <a:xfrm>
            <a:off x="6471000" y="-1724760"/>
            <a:ext cx="4026960" cy="4161240"/>
            <a:chOff x="6471000" y="-1724760"/>
            <a:chExt cx="4026960" cy="4161240"/>
          </a:xfrm>
        </p:grpSpPr>
        <p:grpSp>
          <p:nvGrpSpPr>
            <p:cNvPr id="465" name="Google Shape;135;p64"/>
            <p:cNvGrpSpPr/>
            <p:nvPr/>
          </p:nvGrpSpPr>
          <p:grpSpPr>
            <a:xfrm>
              <a:off x="6576120" y="-1724760"/>
              <a:ext cx="3921840" cy="4161240"/>
              <a:chOff x="6576120" y="-1724760"/>
              <a:chExt cx="3921840" cy="4161240"/>
            </a:xfrm>
          </p:grpSpPr>
          <p:sp>
            <p:nvSpPr>
              <p:cNvPr id="466" name="Google Shape;136;p64"/>
              <p:cNvSpPr/>
              <p:nvPr/>
            </p:nvSpPr>
            <p:spPr>
              <a:xfrm rot="8100000" flipV="1">
                <a:off x="7268040" y="-1267920"/>
                <a:ext cx="2538000" cy="3008520"/>
              </a:xfrm>
              <a:custGeom>
                <a:avLst/>
                <a:gdLst>
                  <a:gd name="textAreaLeft" fmla="*/ 0 w 2538000"/>
                  <a:gd name="textAreaRight" fmla="*/ 2538360 w 2538000"/>
                  <a:gd name="textAreaTop" fmla="*/ -360 h 3008520"/>
                  <a:gd name="textAreaBottom" fmla="*/ 3008520 h 300852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67" name="Google Shape;137;p64"/>
              <p:cNvSpPr/>
              <p:nvPr/>
            </p:nvSpPr>
            <p:spPr>
              <a:xfrm rot="8100000" flipV="1">
                <a:off x="7034760" y="-934200"/>
                <a:ext cx="1852560" cy="1936800"/>
              </a:xfrm>
              <a:custGeom>
                <a:avLst/>
                <a:gdLst>
                  <a:gd name="textAreaLeft" fmla="*/ 0 w 1852560"/>
                  <a:gd name="textAreaRight" fmla="*/ 1852920 w 1852560"/>
                  <a:gd name="textAreaTop" fmla="*/ 360 h 1936800"/>
                  <a:gd name="textAreaBottom" fmla="*/ 1937520 h 193680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68" name="Google Shape;138;p64"/>
              <p:cNvSpPr/>
              <p:nvPr/>
            </p:nvSpPr>
            <p:spPr>
              <a:xfrm rot="8100000" flipV="1">
                <a:off x="7483680" y="-1037520"/>
                <a:ext cx="1997640" cy="3242880"/>
              </a:xfrm>
              <a:custGeom>
                <a:avLst/>
                <a:gdLst>
                  <a:gd name="textAreaLeft" fmla="*/ 0 w 1997640"/>
                  <a:gd name="textAreaRight" fmla="*/ 1998000 w 1997640"/>
                  <a:gd name="textAreaTop" fmla="*/ 360 h 3242880"/>
                  <a:gd name="textAreaBottom" fmla="*/ 3243600 h 324288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469" name="Google Shape;139;p64"/>
            <p:cNvSpPr/>
            <p:nvPr/>
          </p:nvSpPr>
          <p:spPr>
            <a:xfrm>
              <a:off x="6471000" y="-76320"/>
              <a:ext cx="283680" cy="245520"/>
            </a:xfrm>
            <a:custGeom>
              <a:avLst/>
              <a:gdLst>
                <a:gd name="textAreaLeft" fmla="*/ 0 w 283680"/>
                <a:gd name="textAreaRight" fmla="*/ 284040 w 283680"/>
                <a:gd name="textAreaTop" fmla="*/ 0 h 245520"/>
                <a:gd name="textAreaBottom" fmla="*/ 245880 h 2455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0C0A9E">
                    <a:alpha val="20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70" name="Google Shape;140;p64"/>
            <p:cNvSpPr/>
            <p:nvPr/>
          </p:nvSpPr>
          <p:spPr>
            <a:xfrm>
              <a:off x="6703920" y="-125280"/>
              <a:ext cx="570240" cy="493560"/>
            </a:xfrm>
            <a:custGeom>
              <a:avLst/>
              <a:gdLst>
                <a:gd name="textAreaLeft" fmla="*/ 0 w 570240"/>
                <a:gd name="textAreaRight" fmla="*/ 570600 w 570240"/>
                <a:gd name="textAreaTop" fmla="*/ 0 h 493560"/>
                <a:gd name="textAreaBottom" fmla="*/ 493920 h 4935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471" name="Google Shape;141;p64"/>
          <p:cNvGrpSpPr/>
          <p:nvPr/>
        </p:nvGrpSpPr>
        <p:grpSpPr>
          <a:xfrm>
            <a:off x="783360" y="-601200"/>
            <a:ext cx="993960" cy="1794960"/>
            <a:chOff x="783360" y="-601200"/>
            <a:chExt cx="993960" cy="1794960"/>
          </a:xfrm>
        </p:grpSpPr>
        <p:sp>
          <p:nvSpPr>
            <p:cNvPr id="472" name="Google Shape;142;p64"/>
            <p:cNvSpPr/>
            <p:nvPr/>
          </p:nvSpPr>
          <p:spPr>
            <a:xfrm>
              <a:off x="1643400" y="22932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473" name="Google Shape;143;p64"/>
            <p:cNvCxnSpPr/>
            <p:nvPr/>
          </p:nvCxnSpPr>
          <p:spPr>
            <a:xfrm flipV="1">
              <a:off x="783360" y="-601200"/>
              <a:ext cx="360" cy="1795320"/>
            </a:xfrm>
            <a:prstGeom prst="straightConnector1">
              <a:avLst/>
            </a:prstGeom>
            <a:ln w="9525">
              <a:solidFill>
                <a:srgbClr val="0C0A9E"/>
              </a:solidFill>
              <a:round/>
            </a:ln>
          </p:spPr>
        </p:cxnSp>
        <p:sp>
          <p:nvSpPr>
            <p:cNvPr id="474" name="Google Shape;144;p64"/>
            <p:cNvSpPr/>
            <p:nvPr/>
          </p:nvSpPr>
          <p:spPr>
            <a:xfrm>
              <a:off x="1673640" y="25920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475" name="PlaceHolder 6"/>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76" name="PlaceHolder 1"/>
          <p:cNvSpPr>
            <a:spLocks noGrp="1"/>
          </p:cNvSpPr>
          <p:nvPr>
            <p:ph type="title"/>
          </p:nvPr>
        </p:nvSpPr>
        <p:spPr>
          <a:xfrm>
            <a:off x="720000" y="2079360"/>
            <a:ext cx="5597640" cy="841320"/>
          </a:xfrm>
          <a:prstGeom prst="rect">
            <a:avLst/>
          </a:prstGeom>
          <a:noFill/>
          <a:ln w="0">
            <a:noFill/>
          </a:ln>
        </p:spPr>
        <p:txBody>
          <a:bodyPr lIns="91440" tIns="91440" rIns="91440" bIns="91440" anchor="ctr">
            <a:noAutofit/>
          </a:bodyPr>
          <a:lstStyle/>
          <a:p>
            <a:pPr indent="0">
              <a:buNone/>
            </a:pPr>
            <a:r>
              <a:rPr lang="fr-FR" sz="5000" b="0" strike="noStrike" spc="-1">
                <a:solidFill>
                  <a:srgbClr val="000000"/>
                </a:solidFill>
                <a:latin typeface="Arial"/>
              </a:rPr>
              <a:t>Click to edit the title text format</a:t>
            </a:r>
          </a:p>
        </p:txBody>
      </p:sp>
      <p:sp>
        <p:nvSpPr>
          <p:cNvPr id="477" name="PlaceHolder 2"/>
          <p:cNvSpPr>
            <a:spLocks noGrp="1"/>
          </p:cNvSpPr>
          <p:nvPr>
            <p:ph type="title"/>
          </p:nvPr>
        </p:nvSpPr>
        <p:spPr>
          <a:xfrm>
            <a:off x="720000" y="1025640"/>
            <a:ext cx="1702080" cy="993240"/>
          </a:xfrm>
          <a:prstGeom prst="rect">
            <a:avLst/>
          </a:prstGeom>
          <a:noFill/>
          <a:ln w="0">
            <a:noFill/>
          </a:ln>
        </p:spPr>
        <p:txBody>
          <a:bodyPr lIns="91440" tIns="91440" rIns="91440" bIns="91440" anchor="ctr">
            <a:noAutofit/>
          </a:bodyPr>
          <a:lstStyle/>
          <a:p>
            <a:pPr indent="0">
              <a:buNone/>
            </a:pPr>
            <a:r>
              <a:rPr lang="fr-FR" sz="6200" b="0" strike="noStrike" spc="-1">
                <a:solidFill>
                  <a:srgbClr val="000000"/>
                </a:solidFill>
                <a:latin typeface="Arial"/>
              </a:rPr>
              <a:t>Click to edit the title text format</a:t>
            </a:r>
          </a:p>
        </p:txBody>
      </p:sp>
      <p:grpSp>
        <p:nvGrpSpPr>
          <p:cNvPr id="478" name="Google Shape;149;p65"/>
          <p:cNvGrpSpPr/>
          <p:nvPr/>
        </p:nvGrpSpPr>
        <p:grpSpPr>
          <a:xfrm>
            <a:off x="-538920" y="-1717200"/>
            <a:ext cx="4167000" cy="4161240"/>
            <a:chOff x="-538920" y="-1717200"/>
            <a:chExt cx="4167000" cy="4161240"/>
          </a:xfrm>
        </p:grpSpPr>
        <p:grpSp>
          <p:nvGrpSpPr>
            <p:cNvPr id="479" name="Google Shape;150;p65"/>
            <p:cNvGrpSpPr/>
            <p:nvPr/>
          </p:nvGrpSpPr>
          <p:grpSpPr>
            <a:xfrm>
              <a:off x="-538920" y="-385560"/>
              <a:ext cx="1740960" cy="1288080"/>
              <a:chOff x="-538920" y="-385560"/>
              <a:chExt cx="1740960" cy="1288080"/>
            </a:xfrm>
          </p:grpSpPr>
          <p:sp>
            <p:nvSpPr>
              <p:cNvPr id="480" name="Google Shape;151;p65"/>
              <p:cNvSpPr/>
              <p:nvPr/>
            </p:nvSpPr>
            <p:spPr>
              <a:xfrm rot="2700000">
                <a:off x="-360000" y="-186840"/>
                <a:ext cx="930600" cy="891000"/>
              </a:xfrm>
              <a:custGeom>
                <a:avLst/>
                <a:gdLst>
                  <a:gd name="textAreaLeft" fmla="*/ 0 w 930600"/>
                  <a:gd name="textAreaRight" fmla="*/ 930960 w 930600"/>
                  <a:gd name="textAreaTop" fmla="*/ 0 h 891000"/>
                  <a:gd name="textAreaBottom" fmla="*/ 891360 h 89100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81" name="Google Shape;152;p65"/>
              <p:cNvSpPr/>
              <p:nvPr/>
            </p:nvSpPr>
            <p:spPr>
              <a:xfrm rot="2700000">
                <a:off x="92520" y="-186840"/>
                <a:ext cx="930600" cy="891000"/>
              </a:xfrm>
              <a:custGeom>
                <a:avLst/>
                <a:gdLst>
                  <a:gd name="textAreaLeft" fmla="*/ 0 w 930600"/>
                  <a:gd name="textAreaRight" fmla="*/ 930960 w 930600"/>
                  <a:gd name="textAreaTop" fmla="*/ 0 h 891000"/>
                  <a:gd name="textAreaBottom" fmla="*/ 891360 h 89100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482" name="Google Shape;153;p65"/>
            <p:cNvGrpSpPr/>
            <p:nvPr/>
          </p:nvGrpSpPr>
          <p:grpSpPr>
            <a:xfrm>
              <a:off x="201240" y="-185040"/>
              <a:ext cx="207720" cy="1824480"/>
              <a:chOff x="201240" y="-185040"/>
              <a:chExt cx="207720" cy="1824480"/>
            </a:xfrm>
          </p:grpSpPr>
          <p:sp>
            <p:nvSpPr>
              <p:cNvPr id="483" name="Google Shape;154;p65"/>
              <p:cNvSpPr/>
              <p:nvPr/>
            </p:nvSpPr>
            <p:spPr>
              <a:xfrm>
                <a:off x="201240" y="-185040"/>
                <a:ext cx="12240" cy="1824480"/>
              </a:xfrm>
              <a:custGeom>
                <a:avLst/>
                <a:gdLst>
                  <a:gd name="textAreaLeft" fmla="*/ 0 w 12240"/>
                  <a:gd name="textAreaRight" fmla="*/ 12600 w 12240"/>
                  <a:gd name="textAreaTop" fmla="*/ 0 h 1824480"/>
                  <a:gd name="textAreaBottom" fmla="*/ 1824840 h 182448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84" name="Google Shape;155;p65"/>
              <p:cNvSpPr/>
              <p:nvPr/>
            </p:nvSpPr>
            <p:spPr>
              <a:xfrm>
                <a:off x="396720" y="-185040"/>
                <a:ext cx="12240" cy="1824480"/>
              </a:xfrm>
              <a:custGeom>
                <a:avLst/>
                <a:gdLst>
                  <a:gd name="textAreaLeft" fmla="*/ 0 w 12240"/>
                  <a:gd name="textAreaRight" fmla="*/ 12600 w 12240"/>
                  <a:gd name="textAreaTop" fmla="*/ 0 h 1824480"/>
                  <a:gd name="textAreaBottom" fmla="*/ 1824840 h 182448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485" name="Google Shape;156;p65"/>
            <p:cNvGrpSpPr/>
            <p:nvPr/>
          </p:nvGrpSpPr>
          <p:grpSpPr>
            <a:xfrm>
              <a:off x="396720" y="-169920"/>
              <a:ext cx="699120" cy="478080"/>
              <a:chOff x="396720" y="-169920"/>
              <a:chExt cx="699120" cy="478080"/>
            </a:xfrm>
          </p:grpSpPr>
          <p:grpSp>
            <p:nvGrpSpPr>
              <p:cNvPr id="486" name="Google Shape;157;p65"/>
              <p:cNvGrpSpPr/>
              <p:nvPr/>
            </p:nvGrpSpPr>
            <p:grpSpPr>
              <a:xfrm>
                <a:off x="396720" y="-169920"/>
                <a:ext cx="478080" cy="478080"/>
                <a:chOff x="396720" y="-169920"/>
                <a:chExt cx="478080" cy="478080"/>
              </a:xfrm>
            </p:grpSpPr>
            <p:sp>
              <p:nvSpPr>
                <p:cNvPr id="487" name="Google Shape;158;p65"/>
                <p:cNvSpPr/>
                <p:nvPr/>
              </p:nvSpPr>
              <p:spPr>
                <a:xfrm rot="2700000">
                  <a:off x="462960" y="-9612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488" name="Google Shape;159;p65"/>
                <p:cNvGrpSpPr/>
                <p:nvPr/>
              </p:nvGrpSpPr>
              <p:grpSpPr>
                <a:xfrm>
                  <a:off x="441720" y="-68760"/>
                  <a:ext cx="387360" cy="222840"/>
                  <a:chOff x="441720" y="-68760"/>
                  <a:chExt cx="387360" cy="222840"/>
                </a:xfrm>
              </p:grpSpPr>
              <p:sp>
                <p:nvSpPr>
                  <p:cNvPr id="489" name="Google Shape;160;p65"/>
                  <p:cNvSpPr/>
                  <p:nvPr/>
                </p:nvSpPr>
                <p:spPr>
                  <a:xfrm rot="2700000">
                    <a:off x="474480" y="-36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90" name="Google Shape;161;p65"/>
                  <p:cNvSpPr/>
                  <p:nvPr/>
                </p:nvSpPr>
                <p:spPr>
                  <a:xfrm rot="2700000">
                    <a:off x="556560" y="-36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91" name="Google Shape;162;p65"/>
                  <p:cNvSpPr/>
                  <p:nvPr/>
                </p:nvSpPr>
                <p:spPr>
                  <a:xfrm rot="2700000">
                    <a:off x="597600" y="-36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92" name="Google Shape;163;p65"/>
                  <p:cNvSpPr/>
                  <p:nvPr/>
                </p:nvSpPr>
                <p:spPr>
                  <a:xfrm rot="2700000">
                    <a:off x="515520" y="-36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493" name="Google Shape;164;p65"/>
                  <p:cNvSpPr/>
                  <p:nvPr/>
                </p:nvSpPr>
                <p:spPr>
                  <a:xfrm rot="2700000">
                    <a:off x="638640" y="-36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494" name="Google Shape;165;p65"/>
              <p:cNvSpPr/>
              <p:nvPr/>
            </p:nvSpPr>
            <p:spPr>
              <a:xfrm rot="18900000">
                <a:off x="727920" y="-9000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495" name="Google Shape;166;p65"/>
            <p:cNvGrpSpPr/>
            <p:nvPr/>
          </p:nvGrpSpPr>
          <p:grpSpPr>
            <a:xfrm>
              <a:off x="911160" y="-133200"/>
              <a:ext cx="591840" cy="404640"/>
              <a:chOff x="911160" y="-133200"/>
              <a:chExt cx="591840" cy="404640"/>
            </a:xfrm>
          </p:grpSpPr>
          <p:grpSp>
            <p:nvGrpSpPr>
              <p:cNvPr id="496" name="Google Shape;167;p65"/>
              <p:cNvGrpSpPr/>
              <p:nvPr/>
            </p:nvGrpSpPr>
            <p:grpSpPr>
              <a:xfrm>
                <a:off x="911160" y="-133200"/>
                <a:ext cx="404640" cy="404640"/>
                <a:chOff x="911160" y="-133200"/>
                <a:chExt cx="404640" cy="404640"/>
              </a:xfrm>
            </p:grpSpPr>
            <p:sp>
              <p:nvSpPr>
                <p:cNvPr id="497" name="Google Shape;168;p65"/>
                <p:cNvSpPr/>
                <p:nvPr/>
              </p:nvSpPr>
              <p:spPr>
                <a:xfrm rot="2700000">
                  <a:off x="967320" y="-70560"/>
                  <a:ext cx="292320" cy="280080"/>
                </a:xfrm>
                <a:custGeom>
                  <a:avLst/>
                  <a:gdLst>
                    <a:gd name="textAreaLeft" fmla="*/ 0 w 292320"/>
                    <a:gd name="textAreaRight" fmla="*/ 292680 w 292320"/>
                    <a:gd name="textAreaTop" fmla="*/ 0 h 280080"/>
                    <a:gd name="textAreaBottom" fmla="*/ 280440 h 2800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498" name="Google Shape;169;p65"/>
                <p:cNvGrpSpPr/>
                <p:nvPr/>
              </p:nvGrpSpPr>
              <p:grpSpPr>
                <a:xfrm>
                  <a:off x="948960" y="-47880"/>
                  <a:ext cx="327600" cy="189360"/>
                  <a:chOff x="948960" y="-47880"/>
                  <a:chExt cx="327600" cy="189360"/>
                </a:xfrm>
              </p:grpSpPr>
              <p:sp>
                <p:nvSpPr>
                  <p:cNvPr id="499" name="Google Shape;170;p65"/>
                  <p:cNvSpPr/>
                  <p:nvPr/>
                </p:nvSpPr>
                <p:spPr>
                  <a:xfrm rot="2700000">
                    <a:off x="976320" y="-2016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00" name="Google Shape;171;p65"/>
                  <p:cNvSpPr/>
                  <p:nvPr/>
                </p:nvSpPr>
                <p:spPr>
                  <a:xfrm rot="2700000">
                    <a:off x="1046160" y="-2016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01" name="Google Shape;172;p65"/>
                  <p:cNvSpPr/>
                  <p:nvPr/>
                </p:nvSpPr>
                <p:spPr>
                  <a:xfrm rot="2700000">
                    <a:off x="1080720" y="-2016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02" name="Google Shape;173;p65"/>
                  <p:cNvSpPr/>
                  <p:nvPr/>
                </p:nvSpPr>
                <p:spPr>
                  <a:xfrm rot="2700000">
                    <a:off x="1011240" y="-1980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03" name="Google Shape;174;p65"/>
                  <p:cNvSpPr/>
                  <p:nvPr/>
                </p:nvSpPr>
                <p:spPr>
                  <a:xfrm rot="2700000">
                    <a:off x="1115280" y="-1980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504" name="Google Shape;175;p65"/>
              <p:cNvSpPr/>
              <p:nvPr/>
            </p:nvSpPr>
            <p:spPr>
              <a:xfrm rot="18900000">
                <a:off x="1191240" y="-65520"/>
                <a:ext cx="274680" cy="218160"/>
              </a:xfrm>
              <a:custGeom>
                <a:avLst/>
                <a:gdLst>
                  <a:gd name="textAreaLeft" fmla="*/ 0 w 274680"/>
                  <a:gd name="textAreaRight" fmla="*/ 275040 w 274680"/>
                  <a:gd name="textAreaTop" fmla="*/ 0 h 218160"/>
                  <a:gd name="textAreaBottom" fmla="*/ 218520 h 2181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505" name="Google Shape;176;p65"/>
            <p:cNvGrpSpPr/>
            <p:nvPr/>
          </p:nvGrpSpPr>
          <p:grpSpPr>
            <a:xfrm>
              <a:off x="-44640" y="488160"/>
              <a:ext cx="699120" cy="478080"/>
              <a:chOff x="-44640" y="488160"/>
              <a:chExt cx="699120" cy="478080"/>
            </a:xfrm>
          </p:grpSpPr>
          <p:grpSp>
            <p:nvGrpSpPr>
              <p:cNvPr id="506" name="Google Shape;177;p65"/>
              <p:cNvGrpSpPr/>
              <p:nvPr/>
            </p:nvGrpSpPr>
            <p:grpSpPr>
              <a:xfrm>
                <a:off x="-44640" y="488160"/>
                <a:ext cx="478080" cy="478080"/>
                <a:chOff x="-44640" y="488160"/>
                <a:chExt cx="478080" cy="478080"/>
              </a:xfrm>
            </p:grpSpPr>
            <p:sp>
              <p:nvSpPr>
                <p:cNvPr id="507" name="Google Shape;178;p65"/>
                <p:cNvSpPr/>
                <p:nvPr/>
              </p:nvSpPr>
              <p:spPr>
                <a:xfrm rot="2700000">
                  <a:off x="21600" y="56160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508" name="Google Shape;179;p65"/>
                <p:cNvGrpSpPr/>
                <p:nvPr/>
              </p:nvGrpSpPr>
              <p:grpSpPr>
                <a:xfrm>
                  <a:off x="0" y="588960"/>
                  <a:ext cx="387360" cy="222840"/>
                  <a:chOff x="0" y="588960"/>
                  <a:chExt cx="387360" cy="222840"/>
                </a:xfrm>
              </p:grpSpPr>
              <p:sp>
                <p:nvSpPr>
                  <p:cNvPr id="509" name="Google Shape;180;p65"/>
                  <p:cNvSpPr/>
                  <p:nvPr/>
                </p:nvSpPr>
                <p:spPr>
                  <a:xfrm rot="2700000">
                    <a:off x="32400" y="621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10" name="Google Shape;181;p65"/>
                  <p:cNvSpPr/>
                  <p:nvPr/>
                </p:nvSpPr>
                <p:spPr>
                  <a:xfrm rot="2700000">
                    <a:off x="114840" y="621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11" name="Google Shape;182;p65"/>
                  <p:cNvSpPr/>
                  <p:nvPr/>
                </p:nvSpPr>
                <p:spPr>
                  <a:xfrm rot="2700000">
                    <a:off x="155520" y="621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12" name="Google Shape;183;p65"/>
                  <p:cNvSpPr/>
                  <p:nvPr/>
                </p:nvSpPr>
                <p:spPr>
                  <a:xfrm rot="2700000">
                    <a:off x="73440" y="621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13" name="Google Shape;184;p65"/>
                  <p:cNvSpPr/>
                  <p:nvPr/>
                </p:nvSpPr>
                <p:spPr>
                  <a:xfrm rot="2700000">
                    <a:off x="196920" y="621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514" name="Google Shape;185;p65"/>
              <p:cNvSpPr/>
              <p:nvPr/>
            </p:nvSpPr>
            <p:spPr>
              <a:xfrm rot="18900000">
                <a:off x="286560" y="56736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515" name="Google Shape;186;p65"/>
            <p:cNvGrpSpPr/>
            <p:nvPr/>
          </p:nvGrpSpPr>
          <p:grpSpPr>
            <a:xfrm>
              <a:off x="-293760" y="-1717200"/>
              <a:ext cx="3921840" cy="4161240"/>
              <a:chOff x="-293760" y="-1717200"/>
              <a:chExt cx="3921840" cy="4161240"/>
            </a:xfrm>
          </p:grpSpPr>
          <p:sp>
            <p:nvSpPr>
              <p:cNvPr id="516" name="Google Shape;187;p65"/>
              <p:cNvSpPr/>
              <p:nvPr/>
            </p:nvSpPr>
            <p:spPr>
              <a:xfrm rot="13500000">
                <a:off x="613800" y="-1485720"/>
                <a:ext cx="1997640" cy="3242880"/>
              </a:xfrm>
              <a:custGeom>
                <a:avLst/>
                <a:gdLst>
                  <a:gd name="textAreaLeft" fmla="*/ 0 w 1997640"/>
                  <a:gd name="textAreaRight" fmla="*/ 1998000 w 1997640"/>
                  <a:gd name="textAreaTop" fmla="*/ 0 h 3242880"/>
                  <a:gd name="textAreaBottom" fmla="*/ 3243240 h 324288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17" name="Google Shape;188;p65"/>
              <p:cNvSpPr/>
              <p:nvPr/>
            </p:nvSpPr>
            <p:spPr>
              <a:xfrm rot="13500000">
                <a:off x="164520" y="-283680"/>
                <a:ext cx="1852920" cy="1936800"/>
              </a:xfrm>
              <a:custGeom>
                <a:avLst/>
                <a:gdLst>
                  <a:gd name="textAreaLeft" fmla="*/ 0 w 1852920"/>
                  <a:gd name="textAreaRight" fmla="*/ 1853280 w 1852920"/>
                  <a:gd name="textAreaTop" fmla="*/ 0 h 1936800"/>
                  <a:gd name="textAreaBottom" fmla="*/ 1937160 h 193680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18" name="Google Shape;189;p65"/>
              <p:cNvSpPr/>
              <p:nvPr/>
            </p:nvSpPr>
            <p:spPr>
              <a:xfrm rot="13500000">
                <a:off x="398160" y="-1020960"/>
                <a:ext cx="2538000" cy="3008520"/>
              </a:xfrm>
              <a:custGeom>
                <a:avLst/>
                <a:gdLst>
                  <a:gd name="textAreaLeft" fmla="*/ 0 w 2538000"/>
                  <a:gd name="textAreaRight" fmla="*/ 2538360 w 2538000"/>
                  <a:gd name="textAreaTop" fmla="*/ 0 h 3008520"/>
                  <a:gd name="textAreaBottom" fmla="*/ 3008880 h 300852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519"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2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rgbClr val="000000"/>
                </a:solidFill>
                <a:latin typeface="Arial"/>
              </a:rPr>
              <a:t>Click to edit the title text format</a:t>
            </a:r>
          </a:p>
        </p:txBody>
      </p:sp>
      <p:grpSp>
        <p:nvGrpSpPr>
          <p:cNvPr id="521" name="Google Shape;194;p66"/>
          <p:cNvGrpSpPr/>
          <p:nvPr/>
        </p:nvGrpSpPr>
        <p:grpSpPr>
          <a:xfrm>
            <a:off x="-96120" y="4888440"/>
            <a:ext cx="1590120" cy="87840"/>
            <a:chOff x="-96120" y="4888440"/>
            <a:chExt cx="1590120" cy="87840"/>
          </a:xfrm>
        </p:grpSpPr>
        <p:sp>
          <p:nvSpPr>
            <p:cNvPr id="522" name="Google Shape;195;p66"/>
            <p:cNvSpPr/>
            <p:nvPr/>
          </p:nvSpPr>
          <p:spPr>
            <a:xfrm rot="5400000">
              <a:off x="692640" y="4099320"/>
              <a:ext cx="12240" cy="1590120"/>
            </a:xfrm>
            <a:custGeom>
              <a:avLst/>
              <a:gdLst>
                <a:gd name="textAreaLeft" fmla="*/ 0 w 12240"/>
                <a:gd name="textAreaRight" fmla="*/ 12600 w 12240"/>
                <a:gd name="textAreaTop" fmla="*/ 0 h 1590120"/>
                <a:gd name="textAreaBottom" fmla="*/ 1590480 h 159012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23" name="Google Shape;196;p66"/>
            <p:cNvSpPr/>
            <p:nvPr/>
          </p:nvSpPr>
          <p:spPr>
            <a:xfrm rot="5400000">
              <a:off x="692640" y="4174920"/>
              <a:ext cx="12240" cy="1590120"/>
            </a:xfrm>
            <a:custGeom>
              <a:avLst/>
              <a:gdLst>
                <a:gd name="textAreaLeft" fmla="*/ 0 w 12240"/>
                <a:gd name="textAreaRight" fmla="*/ 12600 w 12240"/>
                <a:gd name="textAreaTop" fmla="*/ 0 h 1590120"/>
                <a:gd name="textAreaBottom" fmla="*/ 1590480 h 159012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524" name="Google Shape;197;p66"/>
          <p:cNvGrpSpPr/>
          <p:nvPr/>
        </p:nvGrpSpPr>
        <p:grpSpPr>
          <a:xfrm>
            <a:off x="6883560" y="1385640"/>
            <a:ext cx="4028040" cy="5283360"/>
            <a:chOff x="6883560" y="1385640"/>
            <a:chExt cx="4028040" cy="5283360"/>
          </a:xfrm>
        </p:grpSpPr>
        <p:sp>
          <p:nvSpPr>
            <p:cNvPr id="525" name="Google Shape;198;p66"/>
            <p:cNvSpPr/>
            <p:nvPr/>
          </p:nvSpPr>
          <p:spPr>
            <a:xfrm>
              <a:off x="6883560" y="140760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26" name="Google Shape;199;p66"/>
            <p:cNvSpPr/>
            <p:nvPr/>
          </p:nvSpPr>
          <p:spPr>
            <a:xfrm>
              <a:off x="7842240" y="138564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27" name="Google Shape;200;p66"/>
            <p:cNvSpPr/>
            <p:nvPr/>
          </p:nvSpPr>
          <p:spPr>
            <a:xfrm>
              <a:off x="7734240" y="257184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28" name="Google Shape;201;p66"/>
            <p:cNvSpPr/>
            <p:nvPr/>
          </p:nvSpPr>
          <p:spPr>
            <a:xfrm>
              <a:off x="7758720" y="155016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529" name="Google Shape;202;p66"/>
          <p:cNvGrpSpPr/>
          <p:nvPr/>
        </p:nvGrpSpPr>
        <p:grpSpPr>
          <a:xfrm>
            <a:off x="4597920" y="-1699200"/>
            <a:ext cx="5579640" cy="3202920"/>
            <a:chOff x="4597920" y="-1699200"/>
            <a:chExt cx="5579640" cy="3202920"/>
          </a:xfrm>
        </p:grpSpPr>
        <p:grpSp>
          <p:nvGrpSpPr>
            <p:cNvPr id="530" name="Google Shape;203;p66"/>
            <p:cNvGrpSpPr/>
            <p:nvPr/>
          </p:nvGrpSpPr>
          <p:grpSpPr>
            <a:xfrm>
              <a:off x="4696200" y="-306720"/>
              <a:ext cx="916200" cy="699840"/>
              <a:chOff x="4696200" y="-306720"/>
              <a:chExt cx="916200" cy="699840"/>
            </a:xfrm>
          </p:grpSpPr>
          <p:sp>
            <p:nvSpPr>
              <p:cNvPr id="531" name="Google Shape;204;p66"/>
              <p:cNvSpPr/>
              <p:nvPr/>
            </p:nvSpPr>
            <p:spPr>
              <a:xfrm>
                <a:off x="4899600" y="-25560"/>
                <a:ext cx="483480" cy="418680"/>
              </a:xfrm>
              <a:custGeom>
                <a:avLst/>
                <a:gdLst>
                  <a:gd name="textAreaLeft" fmla="*/ 0 w 483480"/>
                  <a:gd name="textAreaRight" fmla="*/ 483840 w 483480"/>
                  <a:gd name="textAreaTop" fmla="*/ 0 h 418680"/>
                  <a:gd name="textAreaBottom" fmla="*/ 419040 h 4186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32" name="Google Shape;205;p66"/>
              <p:cNvSpPr/>
              <p:nvPr/>
            </p:nvSpPr>
            <p:spPr>
              <a:xfrm>
                <a:off x="4696200" y="-267120"/>
                <a:ext cx="483480" cy="418680"/>
              </a:xfrm>
              <a:custGeom>
                <a:avLst/>
                <a:gdLst>
                  <a:gd name="textAreaLeft" fmla="*/ 0 w 483480"/>
                  <a:gd name="textAreaRight" fmla="*/ 483840 w 483480"/>
                  <a:gd name="textAreaTop" fmla="*/ 0 h 418680"/>
                  <a:gd name="textAreaBottom" fmla="*/ 419040 h 4186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33" name="Google Shape;206;p66"/>
              <p:cNvSpPr/>
              <p:nvPr/>
            </p:nvSpPr>
            <p:spPr>
              <a:xfrm>
                <a:off x="5128920" y="-306720"/>
                <a:ext cx="483480" cy="418680"/>
              </a:xfrm>
              <a:custGeom>
                <a:avLst/>
                <a:gdLst>
                  <a:gd name="textAreaLeft" fmla="*/ 0 w 483480"/>
                  <a:gd name="textAreaRight" fmla="*/ 483840 w 483480"/>
                  <a:gd name="textAreaTop" fmla="*/ 0 h 418680"/>
                  <a:gd name="textAreaBottom" fmla="*/ 419040 h 4186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pic>
          <p:nvPicPr>
            <p:cNvPr id="534" name="Google Shape;207;p66"/>
            <p:cNvPicPr/>
            <p:nvPr/>
          </p:nvPicPr>
          <p:blipFill>
            <a:blip r:embed="rId3"/>
            <a:srcRect l="16959" t="24713" r="7122" b="26173"/>
            <a:stretch/>
          </p:blipFill>
          <p:spPr>
            <a:xfrm>
              <a:off x="5980680" y="-1699200"/>
              <a:ext cx="4196880" cy="3202920"/>
            </a:xfrm>
            <a:prstGeom prst="rect">
              <a:avLst/>
            </a:prstGeom>
            <a:ln w="0">
              <a:noFill/>
            </a:ln>
          </p:spPr>
        </p:pic>
        <p:sp>
          <p:nvSpPr>
            <p:cNvPr id="535" name="Google Shape;208;p66"/>
            <p:cNvSpPr/>
            <p:nvPr/>
          </p:nvSpPr>
          <p:spPr>
            <a:xfrm rot="16200000">
              <a:off x="5359320" y="-121104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EB9109"/>
                </a:gs>
                <a:gs pos="40000">
                  <a:srgbClr val="FF9900">
                    <a:alpha val="40000"/>
                  </a:srgbClr>
                </a:gs>
                <a:gs pos="100000">
                  <a:srgbClr val="FFFFFF">
                    <a:alpha val="0"/>
                  </a:srgbClr>
                </a:gs>
              </a:gsLst>
              <a:lin ang="189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36" name="Google Shape;209;p66"/>
            <p:cNvSpPr/>
            <p:nvPr/>
          </p:nvSpPr>
          <p:spPr>
            <a:xfrm rot="16200000">
              <a:off x="5358600" y="-105156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6000"/>
                  </a:srgbClr>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537" name="Google Shape;210;p66"/>
            <p:cNvGrpSpPr/>
            <p:nvPr/>
          </p:nvGrpSpPr>
          <p:grpSpPr>
            <a:xfrm>
              <a:off x="8399520" y="57960"/>
              <a:ext cx="1493280" cy="87840"/>
              <a:chOff x="8399520" y="57960"/>
              <a:chExt cx="1493280" cy="87840"/>
            </a:xfrm>
          </p:grpSpPr>
          <p:sp>
            <p:nvSpPr>
              <p:cNvPr id="538" name="Google Shape;211;p66"/>
              <p:cNvSpPr/>
              <p:nvPr/>
            </p:nvSpPr>
            <p:spPr>
              <a:xfrm rot="16200000">
                <a:off x="9140040" y="-606600"/>
                <a:ext cx="12240" cy="1493280"/>
              </a:xfrm>
              <a:custGeom>
                <a:avLst/>
                <a:gdLst>
                  <a:gd name="textAreaLeft" fmla="*/ 0 w 12240"/>
                  <a:gd name="textAreaRight" fmla="*/ 12600 w 12240"/>
                  <a:gd name="textAreaTop" fmla="*/ 0 h 1493280"/>
                  <a:gd name="textAreaBottom" fmla="*/ 1493640 h 149328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39" name="Google Shape;212;p66"/>
              <p:cNvSpPr/>
              <p:nvPr/>
            </p:nvSpPr>
            <p:spPr>
              <a:xfrm rot="16200000">
                <a:off x="9140040" y="-682200"/>
                <a:ext cx="12240" cy="1493280"/>
              </a:xfrm>
              <a:custGeom>
                <a:avLst/>
                <a:gdLst>
                  <a:gd name="textAreaLeft" fmla="*/ 0 w 12240"/>
                  <a:gd name="textAreaRight" fmla="*/ 12600 w 12240"/>
                  <a:gd name="textAreaTop" fmla="*/ 0 h 1493280"/>
                  <a:gd name="textAreaBottom" fmla="*/ 1493640 h 149328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540" name="Google Shape;213;p66"/>
            <p:cNvGrpSpPr/>
            <p:nvPr/>
          </p:nvGrpSpPr>
          <p:grpSpPr>
            <a:xfrm>
              <a:off x="4695480" y="-185040"/>
              <a:ext cx="254520" cy="254880"/>
              <a:chOff x="4695480" y="-185040"/>
              <a:chExt cx="254520" cy="254880"/>
            </a:xfrm>
          </p:grpSpPr>
          <p:sp>
            <p:nvSpPr>
              <p:cNvPr id="541" name="Google Shape;214;p66"/>
              <p:cNvSpPr/>
              <p:nvPr/>
            </p:nvSpPr>
            <p:spPr>
              <a:xfrm>
                <a:off x="4695480" y="-18504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42" name="Google Shape;215;p66"/>
              <p:cNvSpPr/>
              <p:nvPr/>
            </p:nvSpPr>
            <p:spPr>
              <a:xfrm>
                <a:off x="4722840" y="-15768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43" name="Google Shape;216;p66"/>
              <p:cNvSpPr/>
              <p:nvPr/>
            </p:nvSpPr>
            <p:spPr>
              <a:xfrm>
                <a:off x="4750560" y="-1299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44" name="Google Shape;217;p66"/>
              <p:cNvSpPr/>
              <p:nvPr/>
            </p:nvSpPr>
            <p:spPr>
              <a:xfrm>
                <a:off x="4777920" y="-1026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45" name="Google Shape;218;p66"/>
              <p:cNvSpPr/>
              <p:nvPr/>
            </p:nvSpPr>
            <p:spPr>
              <a:xfrm>
                <a:off x="4805280" y="-7488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46" name="Google Shape;219;p66"/>
              <p:cNvSpPr/>
              <p:nvPr/>
            </p:nvSpPr>
            <p:spPr>
              <a:xfrm>
                <a:off x="4833000" y="-471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47" name="Google Shape;220;p66"/>
              <p:cNvSpPr/>
              <p:nvPr/>
            </p:nvSpPr>
            <p:spPr>
              <a:xfrm>
                <a:off x="4860360" y="-198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548" name="Google Shape;221;p66"/>
            <p:cNvGrpSpPr/>
            <p:nvPr/>
          </p:nvGrpSpPr>
          <p:grpSpPr>
            <a:xfrm>
              <a:off x="4597920" y="-25560"/>
              <a:ext cx="254880" cy="254520"/>
              <a:chOff x="4597920" y="-25560"/>
              <a:chExt cx="254880" cy="254520"/>
            </a:xfrm>
          </p:grpSpPr>
          <p:sp>
            <p:nvSpPr>
              <p:cNvPr id="549" name="Google Shape;222;p66"/>
              <p:cNvSpPr/>
              <p:nvPr/>
            </p:nvSpPr>
            <p:spPr>
              <a:xfrm>
                <a:off x="4597920" y="-255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50" name="Google Shape;223;p66"/>
              <p:cNvSpPr/>
              <p:nvPr/>
            </p:nvSpPr>
            <p:spPr>
              <a:xfrm>
                <a:off x="4625280" y="18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51" name="Google Shape;224;p66"/>
              <p:cNvSpPr/>
              <p:nvPr/>
            </p:nvSpPr>
            <p:spPr>
              <a:xfrm>
                <a:off x="4653000" y="291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52" name="Google Shape;225;p66"/>
              <p:cNvSpPr/>
              <p:nvPr/>
            </p:nvSpPr>
            <p:spPr>
              <a:xfrm>
                <a:off x="4680360" y="5688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53" name="Google Shape;226;p66"/>
              <p:cNvSpPr/>
              <p:nvPr/>
            </p:nvSpPr>
            <p:spPr>
              <a:xfrm>
                <a:off x="4708080" y="8460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54" name="Google Shape;227;p66"/>
              <p:cNvSpPr/>
              <p:nvPr/>
            </p:nvSpPr>
            <p:spPr>
              <a:xfrm>
                <a:off x="4735800" y="11196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55" name="Google Shape;228;p66"/>
              <p:cNvSpPr/>
              <p:nvPr/>
            </p:nvSpPr>
            <p:spPr>
              <a:xfrm>
                <a:off x="4763160" y="139320"/>
                <a:ext cx="89640" cy="89640"/>
              </a:xfrm>
              <a:custGeom>
                <a:avLst/>
                <a:gdLst>
                  <a:gd name="textAreaLeft" fmla="*/ 0 w 89640"/>
                  <a:gd name="textAreaRight" fmla="*/ 90000 w 89640"/>
                  <a:gd name="textAreaTop" fmla="*/ 0 h 89640"/>
                  <a:gd name="textAreaBottom" fmla="*/ 90000 h 8964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45000" bIns="4500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55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5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rgbClr val="000000"/>
                </a:solidFill>
                <a:latin typeface="Arial"/>
              </a:rPr>
              <a:t>Click to edit the title text format</a:t>
            </a:r>
          </a:p>
        </p:txBody>
      </p:sp>
      <p:grpSp>
        <p:nvGrpSpPr>
          <p:cNvPr id="558" name="Google Shape;232;p67"/>
          <p:cNvGrpSpPr/>
          <p:nvPr/>
        </p:nvGrpSpPr>
        <p:grpSpPr>
          <a:xfrm>
            <a:off x="8934840" y="3943440"/>
            <a:ext cx="438840" cy="438840"/>
            <a:chOff x="8934840" y="3943440"/>
            <a:chExt cx="438840" cy="438840"/>
          </a:xfrm>
        </p:grpSpPr>
        <p:sp>
          <p:nvSpPr>
            <p:cNvPr id="559" name="Google Shape;233;p67"/>
            <p:cNvSpPr/>
            <p:nvPr/>
          </p:nvSpPr>
          <p:spPr>
            <a:xfrm>
              <a:off x="8934840" y="394344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60" name="Google Shape;234;p67"/>
            <p:cNvSpPr/>
            <p:nvPr/>
          </p:nvSpPr>
          <p:spPr>
            <a:xfrm>
              <a:off x="9023040" y="404352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561" name="Google Shape;235;p67"/>
          <p:cNvGrpSpPr/>
          <p:nvPr/>
        </p:nvGrpSpPr>
        <p:grpSpPr>
          <a:xfrm>
            <a:off x="5481720" y="-3117240"/>
            <a:ext cx="5953320" cy="6141960"/>
            <a:chOff x="5481720" y="-3117240"/>
            <a:chExt cx="5953320" cy="6141960"/>
          </a:xfrm>
        </p:grpSpPr>
        <p:sp>
          <p:nvSpPr>
            <p:cNvPr id="562" name="Google Shape;236;p67"/>
            <p:cNvSpPr/>
            <p:nvPr/>
          </p:nvSpPr>
          <p:spPr>
            <a:xfrm rot="18900000">
              <a:off x="6829560" y="-245880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9900FF">
                    <a:alpha val="46000"/>
                  </a:srgbClr>
                </a:gs>
                <a:gs pos="100000">
                  <a:srgbClr val="FFFFFF">
                    <a:alpha val="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63" name="Google Shape;237;p67"/>
            <p:cNvSpPr/>
            <p:nvPr/>
          </p:nvSpPr>
          <p:spPr>
            <a:xfrm rot="18900000">
              <a:off x="6933960" y="-275184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40000">
                  <a:srgbClr val="FF9900">
                    <a:alpha val="40000"/>
                  </a:srgbClr>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564" name="Google Shape;238;p67"/>
            <p:cNvGrpSpPr/>
            <p:nvPr/>
          </p:nvGrpSpPr>
          <p:grpSpPr>
            <a:xfrm>
              <a:off x="5862600" y="33480"/>
              <a:ext cx="4558680" cy="133920"/>
              <a:chOff x="5862600" y="33480"/>
              <a:chExt cx="4558680" cy="133920"/>
            </a:xfrm>
          </p:grpSpPr>
          <p:sp>
            <p:nvSpPr>
              <p:cNvPr id="565" name="Google Shape;239;p67"/>
              <p:cNvSpPr/>
              <p:nvPr/>
            </p:nvSpPr>
            <p:spPr>
              <a:xfrm rot="10800000">
                <a:off x="5862600" y="3348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566" name="Google Shape;240;p67"/>
              <p:cNvCxnSpPr/>
              <p:nvPr/>
            </p:nvCxnSpPr>
            <p:spPr>
              <a:xfrm flipH="1">
                <a:off x="5958360" y="100080"/>
                <a:ext cx="4463280" cy="360"/>
              </a:xfrm>
              <a:prstGeom prst="straightConnector1">
                <a:avLst/>
              </a:prstGeom>
              <a:ln w="9525">
                <a:solidFill>
                  <a:srgbClr val="0C0A9E"/>
                </a:solidFill>
                <a:round/>
              </a:ln>
            </p:spPr>
          </p:cxnSp>
          <p:sp>
            <p:nvSpPr>
              <p:cNvPr id="567" name="Google Shape;241;p67"/>
              <p:cNvSpPr/>
              <p:nvPr/>
            </p:nvSpPr>
            <p:spPr>
              <a:xfrm rot="10800000">
                <a:off x="5893200" y="637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568" name="Google Shape;242;p67"/>
          <p:cNvGrpSpPr/>
          <p:nvPr/>
        </p:nvGrpSpPr>
        <p:grpSpPr>
          <a:xfrm>
            <a:off x="-502920" y="3987000"/>
            <a:ext cx="5248440" cy="2991960"/>
            <a:chOff x="-502920" y="3987000"/>
            <a:chExt cx="5248440" cy="2991960"/>
          </a:xfrm>
        </p:grpSpPr>
        <p:pic>
          <p:nvPicPr>
            <p:cNvPr id="569" name="Google Shape;243;p67"/>
            <p:cNvPicPr/>
            <p:nvPr/>
          </p:nvPicPr>
          <p:blipFill>
            <a:blip r:embed="rId3"/>
            <a:srcRect l="16959" t="24713" r="7122" b="26173"/>
            <a:stretch/>
          </p:blipFill>
          <p:spPr>
            <a:xfrm flipH="1">
              <a:off x="-502920" y="3987000"/>
              <a:ext cx="3920040" cy="2991960"/>
            </a:xfrm>
            <a:prstGeom prst="rect">
              <a:avLst/>
            </a:prstGeom>
            <a:ln w="0">
              <a:noFill/>
            </a:ln>
          </p:spPr>
        </p:pic>
        <p:sp>
          <p:nvSpPr>
            <p:cNvPr id="570" name="Google Shape;244;p67"/>
            <p:cNvSpPr/>
            <p:nvPr/>
          </p:nvSpPr>
          <p:spPr>
            <a:xfrm flipH="1">
              <a:off x="3542040" y="5223960"/>
              <a:ext cx="581760" cy="556920"/>
            </a:xfrm>
            <a:custGeom>
              <a:avLst/>
              <a:gdLst>
                <a:gd name="textAreaLeft" fmla="*/ 360 w 581760"/>
                <a:gd name="textAreaRight" fmla="*/ 58248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71" name="Google Shape;245;p67"/>
            <p:cNvSpPr/>
            <p:nvPr/>
          </p:nvSpPr>
          <p:spPr>
            <a:xfrm flipH="1">
              <a:off x="3205440" y="5280480"/>
              <a:ext cx="339840" cy="325440"/>
            </a:xfrm>
            <a:custGeom>
              <a:avLst/>
              <a:gdLst>
                <a:gd name="textAreaLeft" fmla="*/ 360 w 339840"/>
                <a:gd name="textAreaRight" fmla="*/ 340560 w 339840"/>
                <a:gd name="textAreaTop" fmla="*/ 0 h 325440"/>
                <a:gd name="textAreaBottom" fmla="*/ 325800 h 3254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72" name="Google Shape;246;p67"/>
            <p:cNvSpPr/>
            <p:nvPr/>
          </p:nvSpPr>
          <p:spPr>
            <a:xfrm flipH="1">
              <a:off x="3084480" y="5514120"/>
              <a:ext cx="581760" cy="556920"/>
            </a:xfrm>
            <a:custGeom>
              <a:avLst/>
              <a:gdLst>
                <a:gd name="textAreaLeft" fmla="*/ 360 w 581760"/>
                <a:gd name="textAreaRight" fmla="*/ 58248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alpha val="31000"/>
                  </a:srgbClr>
                </a:gs>
                <a:gs pos="22000">
                  <a:srgbClr val="F5F8FF">
                    <a:alpha val="31000"/>
                  </a:srgbClr>
                </a:gs>
                <a:gs pos="45000">
                  <a:srgbClr val="FFFFFF">
                    <a:alpha val="31000"/>
                  </a:srgbClr>
                </a:gs>
                <a:gs pos="100000">
                  <a:srgbClr val="0C0A9E">
                    <a:alpha val="3100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73" name="Google Shape;247;p67"/>
            <p:cNvSpPr/>
            <p:nvPr/>
          </p:nvSpPr>
          <p:spPr>
            <a:xfrm flipH="1">
              <a:off x="2606040" y="5164560"/>
              <a:ext cx="581760" cy="556920"/>
            </a:xfrm>
            <a:custGeom>
              <a:avLst/>
              <a:gdLst>
                <a:gd name="textAreaLeft" fmla="*/ 360 w 581760"/>
                <a:gd name="textAreaRight" fmla="*/ 582480 w 581760"/>
                <a:gd name="textAreaTop" fmla="*/ 0 h 556920"/>
                <a:gd name="textAreaBottom" fmla="*/ 557280 h 55692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F5F8FF"/>
                </a:gs>
                <a:gs pos="22000">
                  <a:srgbClr val="F5F8FF"/>
                </a:gs>
                <a:gs pos="45000">
                  <a:srgbClr val="FFFFFF">
                    <a:alpha val="0"/>
                  </a:srgbClr>
                </a:gs>
                <a:gs pos="100000">
                  <a:srgbClr val="0C0A9E">
                    <a:alpha val="5000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74" name="Google Shape;248;p67"/>
            <p:cNvSpPr/>
            <p:nvPr/>
          </p:nvSpPr>
          <p:spPr>
            <a:xfrm rot="16200000" flipH="1">
              <a:off x="2618280" y="3689640"/>
              <a:ext cx="1420560" cy="2832840"/>
            </a:xfrm>
            <a:custGeom>
              <a:avLst/>
              <a:gdLst>
                <a:gd name="textAreaLeft" fmla="*/ 360 w 1420560"/>
                <a:gd name="textAreaRight" fmla="*/ 142128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EB9109"/>
                </a:gs>
                <a:gs pos="40000">
                  <a:srgbClr val="FF9900">
                    <a:alpha val="40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575" name="Google Shape;249;p67"/>
            <p:cNvGrpSpPr/>
            <p:nvPr/>
          </p:nvGrpSpPr>
          <p:grpSpPr>
            <a:xfrm>
              <a:off x="3588480" y="4943160"/>
              <a:ext cx="161640" cy="161640"/>
              <a:chOff x="3588480" y="4943160"/>
              <a:chExt cx="161640" cy="161640"/>
            </a:xfrm>
          </p:grpSpPr>
          <p:sp>
            <p:nvSpPr>
              <p:cNvPr id="576" name="Google Shape;250;p67"/>
              <p:cNvSpPr/>
              <p:nvPr/>
            </p:nvSpPr>
            <p:spPr>
              <a:xfrm flipH="1">
                <a:off x="3588120" y="4943160"/>
                <a:ext cx="161640" cy="161640"/>
              </a:xfrm>
              <a:custGeom>
                <a:avLst/>
                <a:gdLst>
                  <a:gd name="textAreaLeft" fmla="*/ -360 w 161640"/>
                  <a:gd name="textAreaRight" fmla="*/ 161640 w 161640"/>
                  <a:gd name="textAreaTop" fmla="*/ 0 h 161640"/>
                  <a:gd name="textAreaBottom" fmla="*/ 16200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81000" bIns="81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77" name="Google Shape;251;p67"/>
              <p:cNvSpPr/>
              <p:nvPr/>
            </p:nvSpPr>
            <p:spPr>
              <a:xfrm flipH="1">
                <a:off x="3621240" y="4979880"/>
                <a:ext cx="96480" cy="88200"/>
              </a:xfrm>
              <a:custGeom>
                <a:avLst/>
                <a:gdLst>
                  <a:gd name="textAreaLeft" fmla="*/ 360 w 96480"/>
                  <a:gd name="textAreaRight" fmla="*/ 97200 w 96480"/>
                  <a:gd name="textAreaTop" fmla="*/ 0 h 88200"/>
                  <a:gd name="textAreaBottom" fmla="*/ 8856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10800000"/>
              </a:gradFill>
              <a:ln w="0">
                <a:noFill/>
              </a:ln>
            </p:spPr>
            <p:style>
              <a:lnRef idx="0">
                <a:scrgbClr r="0" g="0" b="0"/>
              </a:lnRef>
              <a:fillRef idx="0">
                <a:scrgbClr r="0" g="0" b="0"/>
              </a:fillRef>
              <a:effectRef idx="0">
                <a:scrgbClr r="0" g="0" b="0"/>
              </a:effectRef>
              <a:fontRef idx="minor"/>
            </p:style>
            <p:txBody>
              <a:bodyPr tIns="44280" bIns="4428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578" name="Google Shape;252;p67"/>
            <p:cNvGrpSpPr/>
            <p:nvPr/>
          </p:nvGrpSpPr>
          <p:grpSpPr>
            <a:xfrm>
              <a:off x="2206440" y="5361120"/>
              <a:ext cx="161640" cy="161640"/>
              <a:chOff x="2206440" y="5361120"/>
              <a:chExt cx="161640" cy="161640"/>
            </a:xfrm>
          </p:grpSpPr>
          <p:sp>
            <p:nvSpPr>
              <p:cNvPr id="579" name="Google Shape;253;p67"/>
              <p:cNvSpPr/>
              <p:nvPr/>
            </p:nvSpPr>
            <p:spPr>
              <a:xfrm flipV="1">
                <a:off x="2206440" y="5360760"/>
                <a:ext cx="161640" cy="161640"/>
              </a:xfrm>
              <a:custGeom>
                <a:avLst/>
                <a:gdLst>
                  <a:gd name="textAreaLeft" fmla="*/ 0 w 161640"/>
                  <a:gd name="textAreaRight" fmla="*/ 162000 w 161640"/>
                  <a:gd name="textAreaTop" fmla="*/ -360 h 161640"/>
                  <a:gd name="textAreaBottom" fmla="*/ 161640 h 1616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81000" bIns="810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80" name="Google Shape;254;p67"/>
              <p:cNvSpPr/>
              <p:nvPr/>
            </p:nvSpPr>
            <p:spPr>
              <a:xfrm flipV="1">
                <a:off x="2238840" y="5397480"/>
                <a:ext cx="96480" cy="88200"/>
              </a:xfrm>
              <a:custGeom>
                <a:avLst/>
                <a:gdLst>
                  <a:gd name="textAreaLeft" fmla="*/ 0 w 96480"/>
                  <a:gd name="textAreaRight" fmla="*/ 96840 w 96480"/>
                  <a:gd name="textAreaTop" fmla="*/ -360 h 88200"/>
                  <a:gd name="textAreaBottom" fmla="*/ 88200 h 882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44280" bIns="4428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58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9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rgbClr val="000000"/>
                </a:solidFill>
                <a:latin typeface="Arial"/>
              </a:rPr>
              <a:t>Click to edit the title text format</a:t>
            </a:r>
          </a:p>
        </p:txBody>
      </p:sp>
      <p:grpSp>
        <p:nvGrpSpPr>
          <p:cNvPr id="594" name="Google Shape;272;p69"/>
          <p:cNvGrpSpPr/>
          <p:nvPr/>
        </p:nvGrpSpPr>
        <p:grpSpPr>
          <a:xfrm>
            <a:off x="7579080" y="-889920"/>
            <a:ext cx="2898000" cy="3032640"/>
            <a:chOff x="7579080" y="-889920"/>
            <a:chExt cx="2898000" cy="3032640"/>
          </a:xfrm>
        </p:grpSpPr>
        <p:pic>
          <p:nvPicPr>
            <p:cNvPr id="595" name="Google Shape;273;p69"/>
            <p:cNvPicPr/>
            <p:nvPr/>
          </p:nvPicPr>
          <p:blipFill>
            <a:blip r:embed="rId3"/>
            <a:srcRect l="16959" t="24713" r="7122" b="26173"/>
            <a:stretch/>
          </p:blipFill>
          <p:spPr>
            <a:xfrm rot="16200000">
              <a:off x="7511760" y="-822600"/>
              <a:ext cx="3032640" cy="2898000"/>
            </a:xfrm>
            <a:prstGeom prst="rect">
              <a:avLst/>
            </a:prstGeom>
            <a:ln w="0">
              <a:noFill/>
            </a:ln>
          </p:spPr>
        </p:pic>
        <p:grpSp>
          <p:nvGrpSpPr>
            <p:cNvPr id="596" name="Google Shape;274;p69"/>
            <p:cNvGrpSpPr/>
            <p:nvPr/>
          </p:nvGrpSpPr>
          <p:grpSpPr>
            <a:xfrm>
              <a:off x="8700480" y="-249840"/>
              <a:ext cx="1459800" cy="1171440"/>
              <a:chOff x="8700480" y="-249840"/>
              <a:chExt cx="1459800" cy="1171440"/>
            </a:xfrm>
          </p:grpSpPr>
          <p:sp>
            <p:nvSpPr>
              <p:cNvPr id="597" name="Google Shape;275;p69"/>
              <p:cNvSpPr/>
              <p:nvPr/>
            </p:nvSpPr>
            <p:spPr>
              <a:xfrm>
                <a:off x="9074160" y="-18720"/>
                <a:ext cx="1086120" cy="940320"/>
              </a:xfrm>
              <a:custGeom>
                <a:avLst/>
                <a:gdLst>
                  <a:gd name="textAreaLeft" fmla="*/ 0 w 1086120"/>
                  <a:gd name="textAreaRight" fmla="*/ 1086480 w 1086120"/>
                  <a:gd name="textAreaTop" fmla="*/ 0 h 940320"/>
                  <a:gd name="textAreaBottom" fmla="*/ 940680 h 9403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98" name="Google Shape;276;p69"/>
              <p:cNvSpPr/>
              <p:nvPr/>
            </p:nvSpPr>
            <p:spPr>
              <a:xfrm>
                <a:off x="9054000" y="-249840"/>
                <a:ext cx="775800" cy="671760"/>
              </a:xfrm>
              <a:custGeom>
                <a:avLst/>
                <a:gdLst>
                  <a:gd name="textAreaLeft" fmla="*/ 0 w 775800"/>
                  <a:gd name="textAreaRight" fmla="*/ 776160 w 775800"/>
                  <a:gd name="textAreaTop" fmla="*/ 0 h 671760"/>
                  <a:gd name="textAreaBottom" fmla="*/ 672120 h 671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99" name="Google Shape;277;p69"/>
              <p:cNvSpPr/>
              <p:nvPr/>
            </p:nvSpPr>
            <p:spPr>
              <a:xfrm>
                <a:off x="8700480" y="-18720"/>
                <a:ext cx="775800" cy="671760"/>
              </a:xfrm>
              <a:custGeom>
                <a:avLst/>
                <a:gdLst>
                  <a:gd name="textAreaLeft" fmla="*/ 0 w 775800"/>
                  <a:gd name="textAreaRight" fmla="*/ 776160 w 775800"/>
                  <a:gd name="textAreaTop" fmla="*/ 0 h 671760"/>
                  <a:gd name="textAreaBottom" fmla="*/ 672120 h 671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6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600" name="Google Shape;278;p69"/>
          <p:cNvGrpSpPr/>
          <p:nvPr/>
        </p:nvGrpSpPr>
        <p:grpSpPr>
          <a:xfrm>
            <a:off x="-613800" y="3694320"/>
            <a:ext cx="2048040" cy="2238120"/>
            <a:chOff x="-613800" y="3694320"/>
            <a:chExt cx="2048040" cy="2238120"/>
          </a:xfrm>
        </p:grpSpPr>
        <p:grpSp>
          <p:nvGrpSpPr>
            <p:cNvPr id="601" name="Google Shape;279;p69"/>
            <p:cNvGrpSpPr/>
            <p:nvPr/>
          </p:nvGrpSpPr>
          <p:grpSpPr>
            <a:xfrm>
              <a:off x="-613800" y="3694320"/>
              <a:ext cx="1915560" cy="2238120"/>
              <a:chOff x="-613800" y="3694320"/>
              <a:chExt cx="1915560" cy="2238120"/>
            </a:xfrm>
          </p:grpSpPr>
          <p:grpSp>
            <p:nvGrpSpPr>
              <p:cNvPr id="602" name="Google Shape;280;p69"/>
              <p:cNvGrpSpPr/>
              <p:nvPr/>
            </p:nvGrpSpPr>
            <p:grpSpPr>
              <a:xfrm>
                <a:off x="-613800" y="4086360"/>
                <a:ext cx="1915560" cy="1537920"/>
                <a:chOff x="-613800" y="4086360"/>
                <a:chExt cx="1915560" cy="1537920"/>
              </a:xfrm>
            </p:grpSpPr>
            <p:sp>
              <p:nvSpPr>
                <p:cNvPr id="603" name="Google Shape;281;p69"/>
                <p:cNvSpPr/>
                <p:nvPr/>
              </p:nvSpPr>
              <p:spPr>
                <a:xfrm flipH="1">
                  <a:off x="-613800" y="4389840"/>
                  <a:ext cx="1425600" cy="1234440"/>
                </a:xfrm>
                <a:custGeom>
                  <a:avLst/>
                  <a:gdLst>
                    <a:gd name="textAreaLeft" fmla="*/ 360 w 1425600"/>
                    <a:gd name="textAreaRight" fmla="*/ 1426320 w 1425600"/>
                    <a:gd name="textAreaTop" fmla="*/ 0 h 1234440"/>
                    <a:gd name="textAreaBottom" fmla="*/ 1234800 h 123444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04" name="Google Shape;282;p69"/>
                <p:cNvSpPr/>
                <p:nvPr/>
              </p:nvSpPr>
              <p:spPr>
                <a:xfrm flipH="1">
                  <a:off x="-181080" y="4086360"/>
                  <a:ext cx="1018440" cy="882000"/>
                </a:xfrm>
                <a:custGeom>
                  <a:avLst/>
                  <a:gdLst>
                    <a:gd name="textAreaLeft" fmla="*/ -360 w 1018440"/>
                    <a:gd name="textAreaRight" fmla="*/ 1018440 w 1018440"/>
                    <a:gd name="textAreaTop" fmla="*/ 0 h 882000"/>
                    <a:gd name="textAreaBottom" fmla="*/ 882360 h 88200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05" name="Google Shape;283;p69"/>
                <p:cNvSpPr/>
                <p:nvPr/>
              </p:nvSpPr>
              <p:spPr>
                <a:xfrm flipH="1">
                  <a:off x="282960" y="4389840"/>
                  <a:ext cx="1018440" cy="882000"/>
                </a:xfrm>
                <a:custGeom>
                  <a:avLst/>
                  <a:gdLst>
                    <a:gd name="textAreaLeft" fmla="*/ -360 w 1018440"/>
                    <a:gd name="textAreaRight" fmla="*/ 1018440 w 1018440"/>
                    <a:gd name="textAreaTop" fmla="*/ 0 h 882000"/>
                    <a:gd name="textAreaBottom" fmla="*/ 882360 h 88200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81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606" name="Google Shape;284;p69"/>
              <p:cNvGrpSpPr/>
              <p:nvPr/>
            </p:nvGrpSpPr>
            <p:grpSpPr>
              <a:xfrm>
                <a:off x="-462240" y="3694320"/>
                <a:ext cx="1447920" cy="2238120"/>
                <a:chOff x="-462240" y="3694320"/>
                <a:chExt cx="1447920" cy="2238120"/>
              </a:xfrm>
            </p:grpSpPr>
            <p:grpSp>
              <p:nvGrpSpPr>
                <p:cNvPr id="607" name="Google Shape;285;p69"/>
                <p:cNvGrpSpPr/>
                <p:nvPr/>
              </p:nvGrpSpPr>
              <p:grpSpPr>
                <a:xfrm>
                  <a:off x="-428760" y="3946680"/>
                  <a:ext cx="981000" cy="1985760"/>
                  <a:chOff x="-428760" y="3946680"/>
                  <a:chExt cx="981000" cy="1985760"/>
                </a:xfrm>
              </p:grpSpPr>
              <p:sp>
                <p:nvSpPr>
                  <p:cNvPr id="608" name="Google Shape;286;p69"/>
                  <p:cNvSpPr/>
                  <p:nvPr/>
                </p:nvSpPr>
                <p:spPr>
                  <a:xfrm rot="10800000">
                    <a:off x="-428400" y="394668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09" name="Google Shape;287;p69"/>
                  <p:cNvSpPr/>
                  <p:nvPr/>
                </p:nvSpPr>
                <p:spPr>
                  <a:xfrm rot="10800000">
                    <a:off x="-291600" y="3947400"/>
                    <a:ext cx="844200" cy="1985040"/>
                  </a:xfrm>
                  <a:custGeom>
                    <a:avLst/>
                    <a:gdLst>
                      <a:gd name="textAreaLeft" fmla="*/ 0 w 844200"/>
                      <a:gd name="textAreaRight" fmla="*/ 844560 w 844200"/>
                      <a:gd name="textAreaTop" fmla="*/ 0 h 1985040"/>
                      <a:gd name="textAreaBottom" fmla="*/ 1985400 h 198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610" name="Google Shape;288;p69"/>
                <p:cNvGrpSpPr/>
                <p:nvPr/>
              </p:nvGrpSpPr>
              <p:grpSpPr>
                <a:xfrm>
                  <a:off x="210960" y="4983120"/>
                  <a:ext cx="699120" cy="478080"/>
                  <a:chOff x="210960" y="4983120"/>
                  <a:chExt cx="699120" cy="478080"/>
                </a:xfrm>
              </p:grpSpPr>
              <p:grpSp>
                <p:nvGrpSpPr>
                  <p:cNvPr id="611" name="Google Shape;289;p69"/>
                  <p:cNvGrpSpPr/>
                  <p:nvPr/>
                </p:nvGrpSpPr>
                <p:grpSpPr>
                  <a:xfrm>
                    <a:off x="210960" y="4983120"/>
                    <a:ext cx="478080" cy="478080"/>
                    <a:chOff x="210960" y="4983120"/>
                    <a:chExt cx="478080" cy="478080"/>
                  </a:xfrm>
                </p:grpSpPr>
                <p:sp>
                  <p:nvSpPr>
                    <p:cNvPr id="612" name="Google Shape;290;p69"/>
                    <p:cNvSpPr/>
                    <p:nvPr/>
                  </p:nvSpPr>
                  <p:spPr>
                    <a:xfrm rot="2700000">
                      <a:off x="277200" y="505656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613" name="Google Shape;291;p69"/>
                    <p:cNvGrpSpPr/>
                    <p:nvPr/>
                  </p:nvGrpSpPr>
                  <p:grpSpPr>
                    <a:xfrm>
                      <a:off x="255600" y="5083920"/>
                      <a:ext cx="387720" cy="222840"/>
                      <a:chOff x="255600" y="5083920"/>
                      <a:chExt cx="387720" cy="222840"/>
                    </a:xfrm>
                  </p:grpSpPr>
                  <p:sp>
                    <p:nvSpPr>
                      <p:cNvPr id="614" name="Google Shape;292;p69"/>
                      <p:cNvSpPr/>
                      <p:nvPr/>
                    </p:nvSpPr>
                    <p:spPr>
                      <a:xfrm rot="2700000">
                        <a:off x="288360" y="51163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15" name="Google Shape;293;p69"/>
                      <p:cNvSpPr/>
                      <p:nvPr/>
                    </p:nvSpPr>
                    <p:spPr>
                      <a:xfrm rot="2700000">
                        <a:off x="329400" y="51163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16" name="Google Shape;294;p69"/>
                      <p:cNvSpPr/>
                      <p:nvPr/>
                    </p:nvSpPr>
                    <p:spPr>
                      <a:xfrm rot="2700000">
                        <a:off x="370800" y="51163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17" name="Google Shape;295;p69"/>
                      <p:cNvSpPr/>
                      <p:nvPr/>
                    </p:nvSpPr>
                    <p:spPr>
                      <a:xfrm rot="2700000">
                        <a:off x="411840" y="51163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18" name="Google Shape;296;p69"/>
                      <p:cNvSpPr/>
                      <p:nvPr/>
                    </p:nvSpPr>
                    <p:spPr>
                      <a:xfrm rot="2700000">
                        <a:off x="452880" y="511632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619" name="Google Shape;297;p69"/>
                  <p:cNvSpPr/>
                  <p:nvPr/>
                </p:nvSpPr>
                <p:spPr>
                  <a:xfrm rot="18900000">
                    <a:off x="542160" y="506232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620" name="Google Shape;298;p69"/>
                <p:cNvGrpSpPr/>
                <p:nvPr/>
              </p:nvGrpSpPr>
              <p:grpSpPr>
                <a:xfrm>
                  <a:off x="-462240" y="3694320"/>
                  <a:ext cx="1047240" cy="1350720"/>
                  <a:chOff x="-462240" y="3694320"/>
                  <a:chExt cx="1047240" cy="1350720"/>
                </a:xfrm>
              </p:grpSpPr>
              <p:sp>
                <p:nvSpPr>
                  <p:cNvPr id="621" name="Google Shape;299;p69"/>
                  <p:cNvSpPr/>
                  <p:nvPr/>
                </p:nvSpPr>
                <p:spPr>
                  <a:xfrm rot="13500000">
                    <a:off x="-115200" y="434772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22" name="Google Shape;300;p69"/>
                  <p:cNvSpPr/>
                  <p:nvPr/>
                </p:nvSpPr>
                <p:spPr>
                  <a:xfrm rot="13500000">
                    <a:off x="-191160" y="416340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23" name="Google Shape;301;p69"/>
                  <p:cNvSpPr/>
                  <p:nvPr/>
                </p:nvSpPr>
                <p:spPr>
                  <a:xfrm rot="13500000">
                    <a:off x="-267480" y="399960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24" name="Google Shape;302;p69"/>
                  <p:cNvSpPr/>
                  <p:nvPr/>
                </p:nvSpPr>
                <p:spPr>
                  <a:xfrm rot="13500000">
                    <a:off x="-343800" y="381528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9900FF">
                          <a:alpha val="47000"/>
                        </a:srgbClr>
                      </a:gs>
                      <a:gs pos="100000">
                        <a:srgbClr val="FFFFFF">
                          <a:alpha val="47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625" name="Google Shape;303;p69"/>
                <p:cNvGrpSpPr/>
                <p:nvPr/>
              </p:nvGrpSpPr>
              <p:grpSpPr>
                <a:xfrm>
                  <a:off x="286560" y="4643640"/>
                  <a:ext cx="699120" cy="478080"/>
                  <a:chOff x="286560" y="4643640"/>
                  <a:chExt cx="699120" cy="478080"/>
                </a:xfrm>
              </p:grpSpPr>
              <p:grpSp>
                <p:nvGrpSpPr>
                  <p:cNvPr id="626" name="Google Shape;304;p69"/>
                  <p:cNvGrpSpPr/>
                  <p:nvPr/>
                </p:nvGrpSpPr>
                <p:grpSpPr>
                  <a:xfrm>
                    <a:off x="286560" y="4643640"/>
                    <a:ext cx="478080" cy="478080"/>
                    <a:chOff x="286560" y="4643640"/>
                    <a:chExt cx="478080" cy="478080"/>
                  </a:xfrm>
                </p:grpSpPr>
                <p:sp>
                  <p:nvSpPr>
                    <p:cNvPr id="627" name="Google Shape;305;p69"/>
                    <p:cNvSpPr/>
                    <p:nvPr/>
                  </p:nvSpPr>
                  <p:spPr>
                    <a:xfrm rot="2700000">
                      <a:off x="352800" y="471708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628" name="Google Shape;306;p69"/>
                    <p:cNvGrpSpPr/>
                    <p:nvPr/>
                  </p:nvGrpSpPr>
                  <p:grpSpPr>
                    <a:xfrm>
                      <a:off x="331560" y="4744440"/>
                      <a:ext cx="387360" cy="222840"/>
                      <a:chOff x="331560" y="4744440"/>
                      <a:chExt cx="387360" cy="222840"/>
                    </a:xfrm>
                  </p:grpSpPr>
                  <p:sp>
                    <p:nvSpPr>
                      <p:cNvPr id="629" name="Google Shape;307;p69"/>
                      <p:cNvSpPr/>
                      <p:nvPr/>
                    </p:nvSpPr>
                    <p:spPr>
                      <a:xfrm rot="2700000">
                        <a:off x="364320" y="47768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30" name="Google Shape;308;p69"/>
                      <p:cNvSpPr/>
                      <p:nvPr/>
                    </p:nvSpPr>
                    <p:spPr>
                      <a:xfrm rot="2700000">
                        <a:off x="405360" y="47768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31" name="Google Shape;309;p69"/>
                      <p:cNvSpPr/>
                      <p:nvPr/>
                    </p:nvSpPr>
                    <p:spPr>
                      <a:xfrm rot="2700000">
                        <a:off x="446400" y="47768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32" name="Google Shape;310;p69"/>
                      <p:cNvSpPr/>
                      <p:nvPr/>
                    </p:nvSpPr>
                    <p:spPr>
                      <a:xfrm rot="2700000">
                        <a:off x="487440" y="47768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33" name="Google Shape;311;p69"/>
                      <p:cNvSpPr/>
                      <p:nvPr/>
                    </p:nvSpPr>
                    <p:spPr>
                      <a:xfrm rot="2700000">
                        <a:off x="528480" y="477684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634" name="Google Shape;312;p69"/>
                  <p:cNvSpPr/>
                  <p:nvPr/>
                </p:nvSpPr>
                <p:spPr>
                  <a:xfrm rot="18900000">
                    <a:off x="617760" y="472284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635" name="Google Shape;313;p69"/>
                <p:cNvGrpSpPr/>
                <p:nvPr/>
              </p:nvGrpSpPr>
              <p:grpSpPr>
                <a:xfrm>
                  <a:off x="-217440" y="4700160"/>
                  <a:ext cx="699120" cy="478080"/>
                  <a:chOff x="-217440" y="4700160"/>
                  <a:chExt cx="699120" cy="478080"/>
                </a:xfrm>
              </p:grpSpPr>
              <p:grpSp>
                <p:nvGrpSpPr>
                  <p:cNvPr id="636" name="Google Shape;314;p69"/>
                  <p:cNvGrpSpPr/>
                  <p:nvPr/>
                </p:nvGrpSpPr>
                <p:grpSpPr>
                  <a:xfrm>
                    <a:off x="-217440" y="4700160"/>
                    <a:ext cx="478080" cy="478080"/>
                    <a:chOff x="-217440" y="4700160"/>
                    <a:chExt cx="478080" cy="478080"/>
                  </a:xfrm>
                </p:grpSpPr>
                <p:sp>
                  <p:nvSpPr>
                    <p:cNvPr id="637" name="Google Shape;315;p69"/>
                    <p:cNvSpPr/>
                    <p:nvPr/>
                  </p:nvSpPr>
                  <p:spPr>
                    <a:xfrm rot="2700000">
                      <a:off x="-150840" y="477360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638" name="Google Shape;316;p69"/>
                    <p:cNvGrpSpPr/>
                    <p:nvPr/>
                  </p:nvGrpSpPr>
                  <p:grpSpPr>
                    <a:xfrm>
                      <a:off x="-172440" y="4800960"/>
                      <a:ext cx="387360" cy="222840"/>
                      <a:chOff x="-172440" y="4800960"/>
                      <a:chExt cx="387360" cy="222840"/>
                    </a:xfrm>
                  </p:grpSpPr>
                  <p:sp>
                    <p:nvSpPr>
                      <p:cNvPr id="639" name="Google Shape;317;p69"/>
                      <p:cNvSpPr/>
                      <p:nvPr/>
                    </p:nvSpPr>
                    <p:spPr>
                      <a:xfrm rot="2700000">
                        <a:off x="-139680" y="4833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40" name="Google Shape;318;p69"/>
                      <p:cNvSpPr/>
                      <p:nvPr/>
                    </p:nvSpPr>
                    <p:spPr>
                      <a:xfrm rot="2700000">
                        <a:off x="-98640" y="4833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41" name="Google Shape;319;p69"/>
                      <p:cNvSpPr/>
                      <p:nvPr/>
                    </p:nvSpPr>
                    <p:spPr>
                      <a:xfrm rot="2700000">
                        <a:off x="-57600" y="4833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42" name="Google Shape;320;p69"/>
                      <p:cNvSpPr/>
                      <p:nvPr/>
                    </p:nvSpPr>
                    <p:spPr>
                      <a:xfrm rot="2700000">
                        <a:off x="-16560" y="4833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43" name="Google Shape;321;p69"/>
                      <p:cNvSpPr/>
                      <p:nvPr/>
                    </p:nvSpPr>
                    <p:spPr>
                      <a:xfrm rot="2700000">
                        <a:off x="24120" y="4833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644" name="Google Shape;322;p69"/>
                  <p:cNvSpPr/>
                  <p:nvPr/>
                </p:nvSpPr>
                <p:spPr>
                  <a:xfrm rot="18900000">
                    <a:off x="113760" y="477936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grpSp>
          <p:nvGrpSpPr>
            <p:cNvPr id="645" name="Google Shape;323;p69"/>
            <p:cNvGrpSpPr/>
            <p:nvPr/>
          </p:nvGrpSpPr>
          <p:grpSpPr>
            <a:xfrm>
              <a:off x="995400" y="4915080"/>
              <a:ext cx="438840" cy="438840"/>
              <a:chOff x="995400" y="4915080"/>
              <a:chExt cx="438840" cy="438840"/>
            </a:xfrm>
          </p:grpSpPr>
          <p:sp>
            <p:nvSpPr>
              <p:cNvPr id="646" name="Google Shape;324;p69"/>
              <p:cNvSpPr/>
              <p:nvPr/>
            </p:nvSpPr>
            <p:spPr>
              <a:xfrm rot="5400000">
                <a:off x="995400" y="491508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47" name="Google Shape;325;p69"/>
              <p:cNvSpPr/>
              <p:nvPr/>
            </p:nvSpPr>
            <p:spPr>
              <a:xfrm rot="5400000">
                <a:off x="1083240" y="501516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648" name="Google Shape;326;p69"/>
          <p:cNvGrpSpPr/>
          <p:nvPr/>
        </p:nvGrpSpPr>
        <p:grpSpPr>
          <a:xfrm>
            <a:off x="-2352240" y="-456480"/>
            <a:ext cx="5306760" cy="2547000"/>
            <a:chOff x="-2352240" y="-456480"/>
            <a:chExt cx="5306760" cy="2547000"/>
          </a:xfrm>
        </p:grpSpPr>
        <p:grpSp>
          <p:nvGrpSpPr>
            <p:cNvPr id="649" name="Google Shape;327;p69"/>
            <p:cNvGrpSpPr/>
            <p:nvPr/>
          </p:nvGrpSpPr>
          <p:grpSpPr>
            <a:xfrm>
              <a:off x="-1350360" y="-456480"/>
              <a:ext cx="2555280" cy="2547000"/>
              <a:chOff x="-1350360" y="-456480"/>
              <a:chExt cx="2555280" cy="2547000"/>
            </a:xfrm>
          </p:grpSpPr>
          <p:sp>
            <p:nvSpPr>
              <p:cNvPr id="650" name="Google Shape;328;p69"/>
              <p:cNvSpPr/>
              <p:nvPr/>
            </p:nvSpPr>
            <p:spPr>
              <a:xfrm rot="13500000" flipH="1">
                <a:off x="-502920" y="-357120"/>
                <a:ext cx="981720" cy="2461320"/>
              </a:xfrm>
              <a:custGeom>
                <a:avLst/>
                <a:gdLst>
                  <a:gd name="textAreaLeft" fmla="*/ 360 w 981720"/>
                  <a:gd name="textAreaRight" fmla="*/ 982440 w 981720"/>
                  <a:gd name="textAreaTop" fmla="*/ 0 h 2461320"/>
                  <a:gd name="textAreaBottom" fmla="*/ 2461680 h 246132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51" name="Google Shape;329;p69"/>
              <p:cNvSpPr/>
              <p:nvPr/>
            </p:nvSpPr>
            <p:spPr>
              <a:xfrm rot="13500000" flipH="1">
                <a:off x="-623880" y="-469440"/>
                <a:ext cx="981720" cy="2461320"/>
              </a:xfrm>
              <a:custGeom>
                <a:avLst/>
                <a:gdLst>
                  <a:gd name="textAreaLeft" fmla="*/ 360 w 981720"/>
                  <a:gd name="textAreaRight" fmla="*/ 982440 w 981720"/>
                  <a:gd name="textAreaTop" fmla="*/ 0 h 2461320"/>
                  <a:gd name="textAreaBottom" fmla="*/ 2461680 h 246132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652" name="Google Shape;330;p69"/>
            <p:cNvSpPr/>
            <p:nvPr/>
          </p:nvSpPr>
          <p:spPr>
            <a:xfrm rot="16200000">
              <a:off x="1678680" y="-1047960"/>
              <a:ext cx="577080" cy="1974240"/>
            </a:xfrm>
            <a:custGeom>
              <a:avLst/>
              <a:gdLst>
                <a:gd name="textAreaLeft" fmla="*/ 0 w 577080"/>
                <a:gd name="textAreaRight" fmla="*/ 577440 w 577080"/>
                <a:gd name="textAreaTop" fmla="*/ 0 h 1974240"/>
                <a:gd name="textAreaBottom" fmla="*/ 1974600 h 1974240"/>
              </a:gdLst>
              <a:ahLst/>
              <a:cxnLst/>
              <a:rect l="textAreaLeft" t="textAreaTop" r="textAreaRight" b="textAreaBottom"/>
              <a:pathLst>
                <a:path w="14079" h="48146">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rotWithShape="0">
              <a:gsLst>
                <a:gs pos="0">
                  <a:srgbClr val="9900FF">
                    <a:alpha val="46000"/>
                  </a:srgbClr>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653" name="Google Shape;331;p69"/>
            <p:cNvGrpSpPr/>
            <p:nvPr/>
          </p:nvGrpSpPr>
          <p:grpSpPr>
            <a:xfrm>
              <a:off x="-2352240" y="93600"/>
              <a:ext cx="4558680" cy="133920"/>
              <a:chOff x="-2352240" y="93600"/>
              <a:chExt cx="4558680" cy="133920"/>
            </a:xfrm>
          </p:grpSpPr>
          <p:sp>
            <p:nvSpPr>
              <p:cNvPr id="654" name="Google Shape;332;p69"/>
              <p:cNvSpPr/>
              <p:nvPr/>
            </p:nvSpPr>
            <p:spPr>
              <a:xfrm>
                <a:off x="2072520" y="9360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655" name="Google Shape;333;p69"/>
              <p:cNvCxnSpPr/>
              <p:nvPr/>
            </p:nvCxnSpPr>
            <p:spPr>
              <a:xfrm>
                <a:off x="-2352240" y="160560"/>
                <a:ext cx="4462560" cy="360"/>
              </a:xfrm>
              <a:prstGeom prst="straightConnector1">
                <a:avLst/>
              </a:prstGeom>
              <a:ln w="9525">
                <a:solidFill>
                  <a:srgbClr val="0C0A9E"/>
                </a:solidFill>
                <a:round/>
              </a:ln>
            </p:spPr>
          </p:cxnSp>
          <p:sp>
            <p:nvSpPr>
              <p:cNvPr id="656" name="Google Shape;334;p69"/>
              <p:cNvSpPr/>
              <p:nvPr/>
            </p:nvSpPr>
            <p:spPr>
              <a:xfrm>
                <a:off x="2102400" y="12384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657" name="Google Shape;335;p69"/>
          <p:cNvGrpSpPr/>
          <p:nvPr/>
        </p:nvGrpSpPr>
        <p:grpSpPr>
          <a:xfrm>
            <a:off x="6795360" y="3095280"/>
            <a:ext cx="4558680" cy="2438280"/>
            <a:chOff x="6795360" y="3095280"/>
            <a:chExt cx="4558680" cy="2438280"/>
          </a:xfrm>
        </p:grpSpPr>
        <p:grpSp>
          <p:nvGrpSpPr>
            <p:cNvPr id="658" name="Google Shape;336;p69"/>
            <p:cNvGrpSpPr/>
            <p:nvPr/>
          </p:nvGrpSpPr>
          <p:grpSpPr>
            <a:xfrm>
              <a:off x="7644600" y="3095280"/>
              <a:ext cx="2439000" cy="2438280"/>
              <a:chOff x="7644600" y="3095280"/>
              <a:chExt cx="2439000" cy="2438280"/>
            </a:xfrm>
          </p:grpSpPr>
          <p:sp>
            <p:nvSpPr>
              <p:cNvPr id="659" name="Google Shape;337;p69"/>
              <p:cNvSpPr/>
              <p:nvPr/>
            </p:nvSpPr>
            <p:spPr>
              <a:xfrm rot="2700000" flipH="1">
                <a:off x="8316000" y="3104280"/>
                <a:ext cx="981720" cy="2307600"/>
              </a:xfrm>
              <a:custGeom>
                <a:avLst/>
                <a:gdLst>
                  <a:gd name="textAreaLeft" fmla="*/ -360 w 981720"/>
                  <a:gd name="textAreaRight" fmla="*/ 981720 w 98172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0C0A9E"/>
                  </a:gs>
                  <a:gs pos="100000">
                    <a:srgbClr val="FFFFFF">
                      <a:alpha val="0"/>
                    </a:srgbClr>
                  </a:gs>
                </a:gsLst>
                <a:lin ang="80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60" name="Google Shape;338;p69"/>
              <p:cNvSpPr/>
              <p:nvPr/>
            </p:nvSpPr>
            <p:spPr>
              <a:xfrm rot="2700000" flipH="1">
                <a:off x="8429040" y="3216600"/>
                <a:ext cx="981720" cy="2307600"/>
              </a:xfrm>
              <a:custGeom>
                <a:avLst/>
                <a:gdLst>
                  <a:gd name="textAreaLeft" fmla="*/ -360 w 981720"/>
                  <a:gd name="textAreaRight" fmla="*/ 981720 w 98172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661" name="Google Shape;339;p69"/>
            <p:cNvGrpSpPr/>
            <p:nvPr/>
          </p:nvGrpSpPr>
          <p:grpSpPr>
            <a:xfrm>
              <a:off x="6795360" y="5002920"/>
              <a:ext cx="4558680" cy="133920"/>
              <a:chOff x="6795360" y="5002920"/>
              <a:chExt cx="4558680" cy="133920"/>
            </a:xfrm>
          </p:grpSpPr>
          <p:sp>
            <p:nvSpPr>
              <p:cNvPr id="662" name="Google Shape;340;p69"/>
              <p:cNvSpPr/>
              <p:nvPr/>
            </p:nvSpPr>
            <p:spPr>
              <a:xfrm rot="10800000">
                <a:off x="6795360" y="500292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663" name="Google Shape;341;p69"/>
              <p:cNvCxnSpPr/>
              <p:nvPr/>
            </p:nvCxnSpPr>
            <p:spPr>
              <a:xfrm flipH="1">
                <a:off x="6891120" y="5069520"/>
                <a:ext cx="4463280" cy="360"/>
              </a:xfrm>
              <a:prstGeom prst="straightConnector1">
                <a:avLst/>
              </a:prstGeom>
              <a:ln w="9525">
                <a:solidFill>
                  <a:srgbClr val="0C0A9E"/>
                </a:solidFill>
                <a:round/>
              </a:ln>
            </p:spPr>
          </p:cxnSp>
          <p:sp>
            <p:nvSpPr>
              <p:cNvPr id="664" name="Google Shape;342;p69"/>
              <p:cNvSpPr/>
              <p:nvPr/>
            </p:nvSpPr>
            <p:spPr>
              <a:xfrm rot="10800000">
                <a:off x="6825600" y="503316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66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6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rgbClr val="000000"/>
                </a:solidFill>
                <a:latin typeface="Arial"/>
              </a:rPr>
              <a:t>Click to edit the title text format</a:t>
            </a:r>
          </a:p>
        </p:txBody>
      </p:sp>
      <p:grpSp>
        <p:nvGrpSpPr>
          <p:cNvPr id="670" name="Google Shape;849;p80"/>
          <p:cNvGrpSpPr/>
          <p:nvPr/>
        </p:nvGrpSpPr>
        <p:grpSpPr>
          <a:xfrm>
            <a:off x="7810200" y="-621720"/>
            <a:ext cx="2587680" cy="2724840"/>
            <a:chOff x="7810200" y="-621720"/>
            <a:chExt cx="2587680" cy="2724840"/>
          </a:xfrm>
        </p:grpSpPr>
        <p:grpSp>
          <p:nvGrpSpPr>
            <p:cNvPr id="671" name="Google Shape;850;p80"/>
            <p:cNvGrpSpPr/>
            <p:nvPr/>
          </p:nvGrpSpPr>
          <p:grpSpPr>
            <a:xfrm>
              <a:off x="8520840" y="-90720"/>
              <a:ext cx="904680" cy="725400"/>
              <a:chOff x="8520840" y="-90720"/>
              <a:chExt cx="904680" cy="725400"/>
            </a:xfrm>
          </p:grpSpPr>
          <p:sp>
            <p:nvSpPr>
              <p:cNvPr id="672" name="Google Shape;851;p80"/>
              <p:cNvSpPr/>
              <p:nvPr/>
            </p:nvSpPr>
            <p:spPr>
              <a:xfrm>
                <a:off x="8752680" y="52200"/>
                <a:ext cx="672840" cy="582480"/>
              </a:xfrm>
              <a:custGeom>
                <a:avLst/>
                <a:gdLst>
                  <a:gd name="textAreaLeft" fmla="*/ 0 w 672840"/>
                  <a:gd name="textAreaRight" fmla="*/ 673200 w 672840"/>
                  <a:gd name="textAreaTop" fmla="*/ 0 h 582480"/>
                  <a:gd name="textAreaBottom" fmla="*/ 582840 h 58248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73" name="Google Shape;852;p80"/>
              <p:cNvSpPr/>
              <p:nvPr/>
            </p:nvSpPr>
            <p:spPr>
              <a:xfrm>
                <a:off x="8740080" y="-9072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74" name="Google Shape;853;p80"/>
              <p:cNvSpPr/>
              <p:nvPr/>
            </p:nvSpPr>
            <p:spPr>
              <a:xfrm>
                <a:off x="8520840" y="52200"/>
                <a:ext cx="480600" cy="416160"/>
              </a:xfrm>
              <a:custGeom>
                <a:avLst/>
                <a:gdLst>
                  <a:gd name="textAreaLeft" fmla="*/ 0 w 480600"/>
                  <a:gd name="textAreaRight" fmla="*/ 480960 w 480600"/>
                  <a:gd name="textAreaTop" fmla="*/ 0 h 416160"/>
                  <a:gd name="textAreaBottom" fmla="*/ 416520 h 4161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675" name="Google Shape;854;p80"/>
            <p:cNvGrpSpPr/>
            <p:nvPr/>
          </p:nvGrpSpPr>
          <p:grpSpPr>
            <a:xfrm>
              <a:off x="8869320" y="-621720"/>
              <a:ext cx="324360" cy="1787760"/>
              <a:chOff x="8869320" y="-621720"/>
              <a:chExt cx="324360" cy="1787760"/>
            </a:xfrm>
          </p:grpSpPr>
          <p:sp>
            <p:nvSpPr>
              <p:cNvPr id="676" name="Google Shape;855;p80"/>
              <p:cNvSpPr/>
              <p:nvPr/>
            </p:nvSpPr>
            <p:spPr>
              <a:xfrm rot="10800000">
                <a:off x="8869320" y="-621720"/>
                <a:ext cx="246600" cy="1702800"/>
              </a:xfrm>
              <a:custGeom>
                <a:avLst/>
                <a:gdLst>
                  <a:gd name="textAreaLeft" fmla="*/ 0 w 246600"/>
                  <a:gd name="textAreaRight" fmla="*/ 246960 w 246600"/>
                  <a:gd name="textAreaTop" fmla="*/ 0 h 1702800"/>
                  <a:gd name="textAreaBottom" fmla="*/ 1703160 h 170280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0C0A9E">
                      <a:alpha val="31000"/>
                    </a:srgbClr>
                  </a:gs>
                  <a:gs pos="100000">
                    <a:srgbClr val="FFFFFF">
                      <a:alpha val="31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677" name="Google Shape;856;p80"/>
              <p:cNvGrpSpPr/>
              <p:nvPr/>
            </p:nvGrpSpPr>
            <p:grpSpPr>
              <a:xfrm>
                <a:off x="9011160" y="983520"/>
                <a:ext cx="182520" cy="182520"/>
                <a:chOff x="9011160" y="983520"/>
                <a:chExt cx="182520" cy="182520"/>
              </a:xfrm>
            </p:grpSpPr>
            <p:sp>
              <p:nvSpPr>
                <p:cNvPr id="678" name="Google Shape;857;p80"/>
                <p:cNvSpPr/>
                <p:nvPr/>
              </p:nvSpPr>
              <p:spPr>
                <a:xfrm rot="1800000">
                  <a:off x="9035640" y="100764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79" name="Google Shape;858;p80"/>
                <p:cNvSpPr/>
                <p:nvPr/>
              </p:nvSpPr>
              <p:spPr>
                <a:xfrm rot="1800000">
                  <a:off x="9062280" y="1038240"/>
                  <a:ext cx="79920" cy="72720"/>
                </a:xfrm>
                <a:custGeom>
                  <a:avLst/>
                  <a:gdLst>
                    <a:gd name="textAreaLeft" fmla="*/ 0 w 79920"/>
                    <a:gd name="textAreaRight" fmla="*/ 8028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680" name="Google Shape;859;p80"/>
            <p:cNvSpPr/>
            <p:nvPr/>
          </p:nvSpPr>
          <p:spPr>
            <a:xfrm rot="2700000">
              <a:off x="8482320" y="-42228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81" name="Google Shape;860;p80"/>
            <p:cNvSpPr/>
            <p:nvPr/>
          </p:nvSpPr>
          <p:spPr>
            <a:xfrm rot="2700000">
              <a:off x="8744040" y="-2131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682" name="Google Shape;861;p80"/>
          <p:cNvGrpSpPr/>
          <p:nvPr/>
        </p:nvGrpSpPr>
        <p:grpSpPr>
          <a:xfrm>
            <a:off x="8332920" y="720"/>
            <a:ext cx="2385720" cy="3292560"/>
            <a:chOff x="8332920" y="720"/>
            <a:chExt cx="2385720" cy="3292560"/>
          </a:xfrm>
        </p:grpSpPr>
        <p:pic>
          <p:nvPicPr>
            <p:cNvPr id="683" name="Google Shape;862;p80"/>
            <p:cNvPicPr/>
            <p:nvPr/>
          </p:nvPicPr>
          <p:blipFill>
            <a:blip r:embed="rId3"/>
            <a:srcRect l="16959" t="24713" r="7122" b="26173"/>
            <a:stretch/>
          </p:blipFill>
          <p:spPr>
            <a:xfrm rot="5400000">
              <a:off x="7962840" y="537120"/>
              <a:ext cx="3125880" cy="2385720"/>
            </a:xfrm>
            <a:prstGeom prst="rect">
              <a:avLst/>
            </a:prstGeom>
            <a:ln w="0">
              <a:noFill/>
            </a:ln>
          </p:spPr>
        </p:pic>
        <p:grpSp>
          <p:nvGrpSpPr>
            <p:cNvPr id="684" name="Google Shape;863;p80"/>
            <p:cNvGrpSpPr/>
            <p:nvPr/>
          </p:nvGrpSpPr>
          <p:grpSpPr>
            <a:xfrm>
              <a:off x="8529120" y="720"/>
              <a:ext cx="324360" cy="1787400"/>
              <a:chOff x="8529120" y="720"/>
              <a:chExt cx="324360" cy="1787400"/>
            </a:xfrm>
          </p:grpSpPr>
          <p:sp>
            <p:nvSpPr>
              <p:cNvPr id="685" name="Google Shape;864;p80"/>
              <p:cNvSpPr/>
              <p:nvPr/>
            </p:nvSpPr>
            <p:spPr>
              <a:xfrm>
                <a:off x="8606880" y="85320"/>
                <a:ext cx="246600" cy="1702800"/>
              </a:xfrm>
              <a:custGeom>
                <a:avLst/>
                <a:gdLst>
                  <a:gd name="textAreaLeft" fmla="*/ 0 w 246600"/>
                  <a:gd name="textAreaRight" fmla="*/ 246960 w 246600"/>
                  <a:gd name="textAreaTop" fmla="*/ 0 h 1702800"/>
                  <a:gd name="textAreaBottom" fmla="*/ 1703160 h 1702800"/>
                </a:gdLst>
                <a:ahLst/>
                <a:cxnLst/>
                <a:rect l="textAreaLeft" t="textAreaTop" r="textAreaRight" b="textAreaBottom"/>
                <a:pathLst>
                  <a:path w="6019" h="29909">
                    <a:moveTo>
                      <a:pt x="1" y="1"/>
                    </a:moveTo>
                    <a:lnTo>
                      <a:pt x="1" y="306"/>
                    </a:lnTo>
                    <a:lnTo>
                      <a:pt x="5699" y="306"/>
                    </a:lnTo>
                    <a:lnTo>
                      <a:pt x="5699" y="29909"/>
                    </a:lnTo>
                    <a:lnTo>
                      <a:pt x="6019" y="29909"/>
                    </a:lnTo>
                    <a:lnTo>
                      <a:pt x="6019" y="1"/>
                    </a:lnTo>
                    <a:close/>
                  </a:path>
                </a:pathLst>
              </a:custGeom>
              <a:gradFill rotWithShape="0">
                <a:gsLst>
                  <a:gs pos="0">
                    <a:srgbClr val="EB9109">
                      <a:alpha val="31000"/>
                    </a:srgbClr>
                  </a:gs>
                  <a:gs pos="40000">
                    <a:srgbClr val="FF9900">
                      <a:alpha val="31000"/>
                    </a:srgbClr>
                  </a:gs>
                  <a:gs pos="100000">
                    <a:srgbClr val="FFFFFF">
                      <a:alpha val="31000"/>
                    </a:srgbClr>
                  </a:gs>
                </a:gsLst>
                <a:lin ang="134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686" name="Google Shape;865;p80"/>
              <p:cNvGrpSpPr/>
              <p:nvPr/>
            </p:nvGrpSpPr>
            <p:grpSpPr>
              <a:xfrm>
                <a:off x="8529120" y="720"/>
                <a:ext cx="182160" cy="182520"/>
                <a:chOff x="8529120" y="720"/>
                <a:chExt cx="182160" cy="182520"/>
              </a:xfrm>
            </p:grpSpPr>
            <p:sp>
              <p:nvSpPr>
                <p:cNvPr id="687" name="Google Shape;866;p80"/>
                <p:cNvSpPr/>
                <p:nvPr/>
              </p:nvSpPr>
              <p:spPr>
                <a:xfrm rot="12600000">
                  <a:off x="8553240" y="2520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EB9109"/>
                    </a:gs>
                    <a:gs pos="40000">
                      <a:srgbClr val="FF9900">
                        <a:alpha val="40000"/>
                      </a:srgbClr>
                    </a:gs>
                    <a:gs pos="100000">
                      <a:srgbClr val="FFFFFF">
                        <a:alpha val="0"/>
                      </a:srgbClr>
                    </a:gs>
                  </a:gsLst>
                  <a:lin ang="2694000"/>
                </a:gradFill>
                <a:ln w="0">
                  <a:noFill/>
                </a:ln>
              </p:spPr>
              <p:style>
                <a:lnRef idx="0">
                  <a:scrgbClr r="0" g="0" b="0"/>
                </a:lnRef>
                <a:fillRef idx="0">
                  <a:scrgbClr r="0" g="0" b="0"/>
                </a:fillRef>
                <a:effectRef idx="0">
                  <a:scrgbClr r="0" g="0" b="0"/>
                </a:effectRef>
                <a:fontRef idx="minor"/>
              </p:style>
              <p:txBody>
                <a:bodyPr tIns="66960" bIns="66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88" name="Google Shape;867;p80"/>
                <p:cNvSpPr/>
                <p:nvPr/>
              </p:nvSpPr>
              <p:spPr>
                <a:xfrm rot="12600000">
                  <a:off x="8580240" y="55440"/>
                  <a:ext cx="79920" cy="72720"/>
                </a:xfrm>
                <a:custGeom>
                  <a:avLst/>
                  <a:gdLst>
                    <a:gd name="textAreaLeft" fmla="*/ 0 w 79920"/>
                    <a:gd name="textAreaRight" fmla="*/ 80280 w 79920"/>
                    <a:gd name="textAreaTop" fmla="*/ 0 h 72720"/>
                    <a:gd name="textAreaBottom" fmla="*/ 73080 h 7272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EB9109"/>
                    </a:gs>
                    <a:gs pos="40000">
                      <a:srgbClr val="FF9900">
                        <a:alpha val="40000"/>
                      </a:srgbClr>
                    </a:gs>
                    <a:gs pos="100000">
                      <a:srgbClr val="FFFFFF">
                        <a:alpha val="0"/>
                      </a:srgbClr>
                    </a:gs>
                  </a:gsLst>
                  <a:lin ang="2694000"/>
                </a:gradFill>
                <a:ln w="0">
                  <a:noFill/>
                </a:ln>
              </p:spPr>
              <p:style>
                <a:lnRef idx="0">
                  <a:scrgbClr r="0" g="0" b="0"/>
                </a:lnRef>
                <a:fillRef idx="0">
                  <a:scrgbClr r="0" g="0" b="0"/>
                </a:fillRef>
                <a:effectRef idx="0">
                  <a:scrgbClr r="0" g="0" b="0"/>
                </a:effectRef>
                <a:fontRef idx="minor"/>
              </p:style>
              <p:txBody>
                <a:bodyPr tIns="36360" bIns="363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grpSp>
        <p:nvGrpSpPr>
          <p:cNvPr id="689" name="Google Shape;868;p80"/>
          <p:cNvGrpSpPr/>
          <p:nvPr/>
        </p:nvGrpSpPr>
        <p:grpSpPr>
          <a:xfrm>
            <a:off x="-213480" y="171360"/>
            <a:ext cx="438840" cy="438840"/>
            <a:chOff x="-213480" y="171360"/>
            <a:chExt cx="438840" cy="438840"/>
          </a:xfrm>
        </p:grpSpPr>
        <p:sp>
          <p:nvSpPr>
            <p:cNvPr id="690" name="Google Shape;869;p80"/>
            <p:cNvSpPr/>
            <p:nvPr/>
          </p:nvSpPr>
          <p:spPr>
            <a:xfrm>
              <a:off x="-213480" y="17136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6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91" name="Google Shape;870;p80"/>
            <p:cNvSpPr/>
            <p:nvPr/>
          </p:nvSpPr>
          <p:spPr>
            <a:xfrm>
              <a:off x="-125280" y="27108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6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692" name="Google Shape;871;p80"/>
          <p:cNvGrpSpPr/>
          <p:nvPr/>
        </p:nvGrpSpPr>
        <p:grpSpPr>
          <a:xfrm>
            <a:off x="-1262520" y="3161160"/>
            <a:ext cx="4821840" cy="2934000"/>
            <a:chOff x="-1262520" y="3161160"/>
            <a:chExt cx="4821840" cy="2934000"/>
          </a:xfrm>
        </p:grpSpPr>
        <p:pic>
          <p:nvPicPr>
            <p:cNvPr id="693" name="Google Shape;872;p80"/>
            <p:cNvPicPr/>
            <p:nvPr/>
          </p:nvPicPr>
          <p:blipFill>
            <a:blip r:embed="rId3"/>
            <a:srcRect l="16959" t="24713" r="7122" b="26173"/>
            <a:stretch/>
          </p:blipFill>
          <p:spPr>
            <a:xfrm rot="5400000">
              <a:off x="-1609920" y="3508560"/>
              <a:ext cx="2934000" cy="2239200"/>
            </a:xfrm>
            <a:prstGeom prst="rect">
              <a:avLst/>
            </a:prstGeom>
            <a:ln w="0">
              <a:noFill/>
            </a:ln>
          </p:spPr>
        </p:pic>
        <p:sp>
          <p:nvSpPr>
            <p:cNvPr id="694" name="Google Shape;873;p80"/>
            <p:cNvSpPr/>
            <p:nvPr/>
          </p:nvSpPr>
          <p:spPr>
            <a:xfrm rot="16200000">
              <a:off x="-260280" y="3596760"/>
              <a:ext cx="502560" cy="2327400"/>
            </a:xfrm>
            <a:custGeom>
              <a:avLst/>
              <a:gdLst>
                <a:gd name="textAreaLeft" fmla="*/ 0 w 502560"/>
                <a:gd name="textAreaRight" fmla="*/ 502920 w 502560"/>
                <a:gd name="textAreaTop" fmla="*/ 0 h 2327400"/>
                <a:gd name="textAreaBottom" fmla="*/ 2327760 h 2327400"/>
              </a:gdLst>
              <a:ahLst/>
              <a:cxnLst/>
              <a:rect l="textAreaLeft" t="textAreaTop" r="textAreaRight" b="textAreaBottom"/>
              <a:pathLst>
                <a:path w="12266" h="56755">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rotWithShape="0">
              <a:gsLst>
                <a:gs pos="0">
                  <a:srgbClr val="0C0A9E"/>
                </a:gs>
                <a:gs pos="100000">
                  <a:srgbClr val="FFFFFF">
                    <a:alpha val="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695" name="Google Shape;874;p80"/>
            <p:cNvGrpSpPr/>
            <p:nvPr/>
          </p:nvGrpSpPr>
          <p:grpSpPr>
            <a:xfrm>
              <a:off x="-16920" y="4609080"/>
              <a:ext cx="604080" cy="656640"/>
              <a:chOff x="-16920" y="4609080"/>
              <a:chExt cx="604080" cy="656640"/>
            </a:xfrm>
          </p:grpSpPr>
          <p:grpSp>
            <p:nvGrpSpPr>
              <p:cNvPr id="696" name="Google Shape;875;p80"/>
              <p:cNvGrpSpPr/>
              <p:nvPr/>
            </p:nvGrpSpPr>
            <p:grpSpPr>
              <a:xfrm>
                <a:off x="-16920" y="4609080"/>
                <a:ext cx="327960" cy="327960"/>
                <a:chOff x="-16920" y="4609080"/>
                <a:chExt cx="327960" cy="327960"/>
              </a:xfrm>
            </p:grpSpPr>
            <p:sp>
              <p:nvSpPr>
                <p:cNvPr id="697" name="Google Shape;876;p80"/>
                <p:cNvSpPr/>
                <p:nvPr/>
              </p:nvSpPr>
              <p:spPr>
                <a:xfrm rot="10800000">
                  <a:off x="195480" y="48214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98" name="Google Shape;877;p80"/>
                <p:cNvSpPr/>
                <p:nvPr/>
              </p:nvSpPr>
              <p:spPr>
                <a:xfrm rot="10800000">
                  <a:off x="160200" y="47862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99" name="Google Shape;878;p80"/>
                <p:cNvSpPr/>
                <p:nvPr/>
              </p:nvSpPr>
              <p:spPr>
                <a:xfrm rot="10800000">
                  <a:off x="124560" y="475056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00" name="Google Shape;879;p80"/>
                <p:cNvSpPr/>
                <p:nvPr/>
              </p:nvSpPr>
              <p:spPr>
                <a:xfrm rot="10800000">
                  <a:off x="89280" y="4715640"/>
                  <a:ext cx="115560" cy="115200"/>
                </a:xfrm>
                <a:custGeom>
                  <a:avLst/>
                  <a:gdLst>
                    <a:gd name="textAreaLeft" fmla="*/ 0 w 115560"/>
                    <a:gd name="textAreaRight" fmla="*/ 115920 w 115560"/>
                    <a:gd name="textAreaTop" fmla="*/ 0 h 115200"/>
                    <a:gd name="textAreaBottom" fmla="*/ 115560 h 1152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600" bIns="576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01" name="Google Shape;880;p80"/>
                <p:cNvSpPr/>
                <p:nvPr/>
              </p:nvSpPr>
              <p:spPr>
                <a:xfrm rot="10800000">
                  <a:off x="54000" y="467964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02" name="Google Shape;881;p80"/>
                <p:cNvSpPr/>
                <p:nvPr/>
              </p:nvSpPr>
              <p:spPr>
                <a:xfrm rot="10800000">
                  <a:off x="18360" y="464472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600" bIns="576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03" name="Google Shape;882;p80"/>
                <p:cNvSpPr/>
                <p:nvPr/>
              </p:nvSpPr>
              <p:spPr>
                <a:xfrm rot="10800000">
                  <a:off x="-16920" y="46090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704" name="Google Shape;883;p80"/>
              <p:cNvGrpSpPr/>
              <p:nvPr/>
            </p:nvGrpSpPr>
            <p:grpSpPr>
              <a:xfrm>
                <a:off x="258840" y="4609080"/>
                <a:ext cx="328320" cy="327960"/>
                <a:chOff x="258840" y="4609080"/>
                <a:chExt cx="328320" cy="327960"/>
              </a:xfrm>
            </p:grpSpPr>
            <p:sp>
              <p:nvSpPr>
                <p:cNvPr id="705" name="Google Shape;884;p80"/>
                <p:cNvSpPr/>
                <p:nvPr/>
              </p:nvSpPr>
              <p:spPr>
                <a:xfrm rot="10800000">
                  <a:off x="471600" y="48214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06" name="Google Shape;885;p80"/>
                <p:cNvSpPr/>
                <p:nvPr/>
              </p:nvSpPr>
              <p:spPr>
                <a:xfrm rot="10800000">
                  <a:off x="436320" y="47862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07" name="Google Shape;886;p80"/>
                <p:cNvSpPr/>
                <p:nvPr/>
              </p:nvSpPr>
              <p:spPr>
                <a:xfrm rot="10800000">
                  <a:off x="400680" y="475056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08" name="Google Shape;887;p80"/>
                <p:cNvSpPr/>
                <p:nvPr/>
              </p:nvSpPr>
              <p:spPr>
                <a:xfrm rot="10800000">
                  <a:off x="365400" y="4715640"/>
                  <a:ext cx="115560" cy="115200"/>
                </a:xfrm>
                <a:custGeom>
                  <a:avLst/>
                  <a:gdLst>
                    <a:gd name="textAreaLeft" fmla="*/ 0 w 115560"/>
                    <a:gd name="textAreaRight" fmla="*/ 115920 w 115560"/>
                    <a:gd name="textAreaTop" fmla="*/ 0 h 115200"/>
                    <a:gd name="textAreaBottom" fmla="*/ 115560 h 1152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09" name="Google Shape;888;p80"/>
                <p:cNvSpPr/>
                <p:nvPr/>
              </p:nvSpPr>
              <p:spPr>
                <a:xfrm rot="10800000">
                  <a:off x="329760" y="467964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10" name="Google Shape;889;p80"/>
                <p:cNvSpPr/>
                <p:nvPr/>
              </p:nvSpPr>
              <p:spPr>
                <a:xfrm rot="10800000">
                  <a:off x="294480" y="464472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11" name="Google Shape;890;p80"/>
                <p:cNvSpPr/>
                <p:nvPr/>
              </p:nvSpPr>
              <p:spPr>
                <a:xfrm rot="10800000">
                  <a:off x="258840" y="46090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712" name="Google Shape;891;p80"/>
              <p:cNvGrpSpPr/>
              <p:nvPr/>
            </p:nvGrpSpPr>
            <p:grpSpPr>
              <a:xfrm>
                <a:off x="206640" y="4937400"/>
                <a:ext cx="327960" cy="328320"/>
                <a:chOff x="206640" y="4937400"/>
                <a:chExt cx="327960" cy="328320"/>
              </a:xfrm>
            </p:grpSpPr>
            <p:sp>
              <p:nvSpPr>
                <p:cNvPr id="713" name="Google Shape;892;p80"/>
                <p:cNvSpPr/>
                <p:nvPr/>
              </p:nvSpPr>
              <p:spPr>
                <a:xfrm rot="10800000">
                  <a:off x="419040" y="515016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14" name="Google Shape;893;p80"/>
                <p:cNvSpPr/>
                <p:nvPr/>
              </p:nvSpPr>
              <p:spPr>
                <a:xfrm rot="10800000">
                  <a:off x="383760" y="511488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15" name="Google Shape;894;p80"/>
                <p:cNvSpPr/>
                <p:nvPr/>
              </p:nvSpPr>
              <p:spPr>
                <a:xfrm rot="10800000">
                  <a:off x="348480" y="507924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16" name="Google Shape;895;p80"/>
                <p:cNvSpPr/>
                <p:nvPr/>
              </p:nvSpPr>
              <p:spPr>
                <a:xfrm rot="10800000">
                  <a:off x="312840" y="5043960"/>
                  <a:ext cx="115560" cy="115200"/>
                </a:xfrm>
                <a:custGeom>
                  <a:avLst/>
                  <a:gdLst>
                    <a:gd name="textAreaLeft" fmla="*/ 0 w 115560"/>
                    <a:gd name="textAreaRight" fmla="*/ 115920 w 115560"/>
                    <a:gd name="textAreaTop" fmla="*/ 0 h 115200"/>
                    <a:gd name="textAreaBottom" fmla="*/ 115560 h 11520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17" name="Google Shape;896;p80"/>
                <p:cNvSpPr/>
                <p:nvPr/>
              </p:nvSpPr>
              <p:spPr>
                <a:xfrm rot="10800000">
                  <a:off x="277560" y="500832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18" name="Google Shape;897;p80"/>
                <p:cNvSpPr/>
                <p:nvPr/>
              </p:nvSpPr>
              <p:spPr>
                <a:xfrm rot="10800000">
                  <a:off x="242280" y="4973040"/>
                  <a:ext cx="115200" cy="115200"/>
                </a:xfrm>
                <a:custGeom>
                  <a:avLst/>
                  <a:gdLst>
                    <a:gd name="textAreaLeft" fmla="*/ 0 w 115200"/>
                    <a:gd name="textAreaRight" fmla="*/ 115560 w 115200"/>
                    <a:gd name="textAreaTop" fmla="*/ 0 h 115200"/>
                    <a:gd name="textAreaBottom" fmla="*/ 115560 h 11520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600" bIns="5760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19" name="Google Shape;898;p80"/>
                <p:cNvSpPr/>
                <p:nvPr/>
              </p:nvSpPr>
              <p:spPr>
                <a:xfrm rot="10800000">
                  <a:off x="206640" y="4937400"/>
                  <a:ext cx="115560" cy="115560"/>
                </a:xfrm>
                <a:custGeom>
                  <a:avLst/>
                  <a:gdLst>
                    <a:gd name="textAreaLeft" fmla="*/ 0 w 115560"/>
                    <a:gd name="textAreaRight" fmla="*/ 115920 w 115560"/>
                    <a:gd name="textAreaTop" fmla="*/ 0 h 115560"/>
                    <a:gd name="textAreaBottom" fmla="*/ 115920 h 11556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0C0A9E">
                        <a:alpha val="47000"/>
                      </a:srgbClr>
                    </a:gs>
                    <a:gs pos="100000">
                      <a:srgbClr val="FFFFFF">
                        <a:alpha val="47000"/>
                      </a:srgbClr>
                    </a:gs>
                  </a:gsLst>
                  <a:lin ang="13500000"/>
                </a:gradFill>
                <a:ln w="0">
                  <a:noFill/>
                </a:ln>
              </p:spPr>
              <p:style>
                <a:lnRef idx="0">
                  <a:scrgbClr r="0" g="0" b="0"/>
                </a:lnRef>
                <a:fillRef idx="0">
                  <a:scrgbClr r="0" g="0" b="0"/>
                </a:fillRef>
                <a:effectRef idx="0">
                  <a:scrgbClr r="0" g="0" b="0"/>
                </a:effectRef>
                <a:fontRef idx="minor"/>
              </p:style>
              <p:txBody>
                <a:bodyPr tIns="57960" bIns="579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720" name="Google Shape;899;p80"/>
            <p:cNvGrpSpPr/>
            <p:nvPr/>
          </p:nvGrpSpPr>
          <p:grpSpPr>
            <a:xfrm>
              <a:off x="-999000" y="4796640"/>
              <a:ext cx="4558320" cy="133920"/>
              <a:chOff x="-999000" y="4796640"/>
              <a:chExt cx="4558320" cy="133920"/>
            </a:xfrm>
          </p:grpSpPr>
          <p:sp>
            <p:nvSpPr>
              <p:cNvPr id="721" name="Google Shape;900;p80"/>
              <p:cNvSpPr/>
              <p:nvPr/>
            </p:nvSpPr>
            <p:spPr>
              <a:xfrm>
                <a:off x="3425400" y="47966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722" name="Google Shape;901;p80"/>
              <p:cNvCxnSpPr/>
              <p:nvPr/>
            </p:nvCxnSpPr>
            <p:spPr>
              <a:xfrm>
                <a:off x="-999000" y="4863240"/>
                <a:ext cx="4462560" cy="360"/>
              </a:xfrm>
              <a:prstGeom prst="straightConnector1">
                <a:avLst/>
              </a:prstGeom>
              <a:ln w="9525">
                <a:solidFill>
                  <a:srgbClr val="0C0A9E"/>
                </a:solidFill>
                <a:round/>
              </a:ln>
            </p:spPr>
          </p:cxnSp>
          <p:sp>
            <p:nvSpPr>
              <p:cNvPr id="723" name="Google Shape;902;p80"/>
              <p:cNvSpPr/>
              <p:nvPr/>
            </p:nvSpPr>
            <p:spPr>
              <a:xfrm>
                <a:off x="3455640" y="48265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72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strike="noStrike" spc="-1">
                <a:solidFill>
                  <a:srgbClr val="000000"/>
                </a:solidFill>
                <a:latin typeface="Arial"/>
              </a:rPr>
              <a:t>Click to edit the title text format</a:t>
            </a:r>
          </a:p>
        </p:txBody>
      </p:sp>
      <p:grpSp>
        <p:nvGrpSpPr>
          <p:cNvPr id="725" name="Google Shape;905;p81"/>
          <p:cNvGrpSpPr/>
          <p:nvPr/>
        </p:nvGrpSpPr>
        <p:grpSpPr>
          <a:xfrm>
            <a:off x="-2176560" y="-112320"/>
            <a:ext cx="4680000" cy="5934600"/>
            <a:chOff x="-2176560" y="-112320"/>
            <a:chExt cx="4680000" cy="5934600"/>
          </a:xfrm>
        </p:grpSpPr>
        <p:grpSp>
          <p:nvGrpSpPr>
            <p:cNvPr id="726" name="Google Shape;906;p81"/>
            <p:cNvGrpSpPr/>
            <p:nvPr/>
          </p:nvGrpSpPr>
          <p:grpSpPr>
            <a:xfrm>
              <a:off x="-2176560" y="-112320"/>
              <a:ext cx="4680000" cy="5934600"/>
              <a:chOff x="-2176560" y="-112320"/>
              <a:chExt cx="4680000" cy="5934600"/>
            </a:xfrm>
          </p:grpSpPr>
          <p:sp>
            <p:nvSpPr>
              <p:cNvPr id="727" name="Google Shape;907;p81"/>
              <p:cNvSpPr/>
              <p:nvPr/>
            </p:nvSpPr>
            <p:spPr>
              <a:xfrm rot="18900000">
                <a:off x="-1523880" y="217836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728" name="Google Shape;908;p81"/>
              <p:cNvGrpSpPr/>
              <p:nvPr/>
            </p:nvGrpSpPr>
            <p:grpSpPr>
              <a:xfrm>
                <a:off x="214200" y="4320360"/>
                <a:ext cx="174600" cy="822960"/>
                <a:chOff x="214200" y="4320360"/>
                <a:chExt cx="174600" cy="822960"/>
              </a:xfrm>
            </p:grpSpPr>
            <p:sp>
              <p:nvSpPr>
                <p:cNvPr id="729" name="Google Shape;909;p81"/>
                <p:cNvSpPr/>
                <p:nvPr/>
              </p:nvSpPr>
              <p:spPr>
                <a:xfrm rot="18900000">
                  <a:off x="239400" y="499464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30" name="Google Shape;910;p81"/>
                <p:cNvSpPr/>
                <p:nvPr/>
              </p:nvSpPr>
              <p:spPr>
                <a:xfrm rot="18900000">
                  <a:off x="239760" y="488628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31" name="Google Shape;911;p81"/>
                <p:cNvSpPr/>
                <p:nvPr/>
              </p:nvSpPr>
              <p:spPr>
                <a:xfrm rot="18900000">
                  <a:off x="239400" y="477828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32" name="Google Shape;912;p81"/>
                <p:cNvSpPr/>
                <p:nvPr/>
              </p:nvSpPr>
              <p:spPr>
                <a:xfrm rot="18900000">
                  <a:off x="239400" y="467028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33" name="Google Shape;913;p81"/>
                <p:cNvSpPr/>
                <p:nvPr/>
              </p:nvSpPr>
              <p:spPr>
                <a:xfrm rot="18900000">
                  <a:off x="239760" y="456228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34" name="Google Shape;914;p81"/>
                <p:cNvSpPr/>
                <p:nvPr/>
              </p:nvSpPr>
              <p:spPr>
                <a:xfrm rot="18900000">
                  <a:off x="239400" y="445428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35" name="Google Shape;915;p81"/>
                <p:cNvSpPr/>
                <p:nvPr/>
              </p:nvSpPr>
              <p:spPr>
                <a:xfrm rot="18900000">
                  <a:off x="239760" y="434556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9900FF">
                        <a:alpha val="37000"/>
                      </a:srgbClr>
                    </a:gs>
                    <a:gs pos="100000">
                      <a:srgbClr val="FFFFFF">
                        <a:alpha val="37000"/>
                      </a:srgbClr>
                    </a:gs>
                  </a:gsLst>
                  <a:lin ang="10800000"/>
                </a:gradFill>
                <a:ln w="0">
                  <a:noFill/>
                </a:ln>
              </p:spPr>
              <p:style>
                <a:lnRef idx="0">
                  <a:scrgbClr r="0" g="0" b="0"/>
                </a:lnRef>
                <a:fillRef idx="0">
                  <a:scrgbClr r="0" g="0" b="0"/>
                </a:fillRef>
                <a:effectRef idx="0">
                  <a:scrgbClr r="0" g="0" b="0"/>
                </a:effectRef>
                <a:fontRef idx="minor"/>
              </p:style>
              <p:txBody>
                <a:bodyPr tIns="61920" bIns="61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736" name="Google Shape;916;p81"/>
              <p:cNvGrpSpPr/>
              <p:nvPr/>
            </p:nvGrpSpPr>
            <p:grpSpPr>
              <a:xfrm>
                <a:off x="20520" y="2584080"/>
                <a:ext cx="174600" cy="823320"/>
                <a:chOff x="20520" y="2584080"/>
                <a:chExt cx="174600" cy="823320"/>
              </a:xfrm>
            </p:grpSpPr>
            <p:sp>
              <p:nvSpPr>
                <p:cNvPr id="737" name="Google Shape;917;p81"/>
                <p:cNvSpPr/>
                <p:nvPr/>
              </p:nvSpPr>
              <p:spPr>
                <a:xfrm rot="18900000">
                  <a:off x="45720" y="325872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7">
                      <a:moveTo>
                        <a:pt x="1403" y="0"/>
                      </a:moveTo>
                      <a:lnTo>
                        <a:pt x="1" y="1402"/>
                      </a:lnTo>
                      <a:lnTo>
                        <a:pt x="3536" y="4937"/>
                      </a:lnTo>
                      <a:lnTo>
                        <a:pt x="4937" y="3535"/>
                      </a:lnTo>
                      <a:lnTo>
                        <a:pt x="1403" y="0"/>
                      </a:lnTo>
                      <a:close/>
                    </a:path>
                  </a:pathLst>
                </a:custGeom>
                <a:gradFill rotWithShape="0">
                  <a:gsLst>
                    <a:gs pos="0">
                      <a:srgbClr val="EB9109">
                        <a:alpha val="37000"/>
                      </a:srgbClr>
                    </a:gs>
                    <a:gs pos="78000">
                      <a:srgbClr val="F5F8FF">
                        <a:alpha val="37000"/>
                      </a:srgbClr>
                    </a:gs>
                    <a:gs pos="100000">
                      <a:srgbClr val="F5F8FF">
                        <a:alpha val="37000"/>
                      </a:srgbClr>
                    </a:gs>
                  </a:gsLst>
                  <a:lin ang="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38" name="Google Shape;918;p81"/>
                <p:cNvSpPr/>
                <p:nvPr/>
              </p:nvSpPr>
              <p:spPr>
                <a:xfrm rot="18900000">
                  <a:off x="46080" y="315036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402" y="1"/>
                      </a:moveTo>
                      <a:lnTo>
                        <a:pt x="0" y="1403"/>
                      </a:lnTo>
                      <a:lnTo>
                        <a:pt x="3535" y="4952"/>
                      </a:lnTo>
                      <a:lnTo>
                        <a:pt x="4937" y="3551"/>
                      </a:lnTo>
                      <a:lnTo>
                        <a:pt x="1402" y="1"/>
                      </a:lnTo>
                      <a:close/>
                    </a:path>
                  </a:pathLst>
                </a:custGeom>
                <a:gradFill rotWithShape="0">
                  <a:gsLst>
                    <a:gs pos="0">
                      <a:srgbClr val="EB9109">
                        <a:alpha val="37000"/>
                      </a:srgbClr>
                    </a:gs>
                    <a:gs pos="78000">
                      <a:srgbClr val="F5F8FF">
                        <a:alpha val="37000"/>
                      </a:srgbClr>
                    </a:gs>
                    <a:gs pos="100000">
                      <a:srgbClr val="F5F8FF">
                        <a:alpha val="37000"/>
                      </a:srgbClr>
                    </a:gs>
                  </a:gsLst>
                  <a:lin ang="0"/>
                </a:gradFill>
                <a:ln w="0">
                  <a:noFill/>
                </a:ln>
              </p:spPr>
              <p:style>
                <a:lnRef idx="0">
                  <a:scrgbClr r="0" g="0" b="0"/>
                </a:lnRef>
                <a:fillRef idx="0">
                  <a:scrgbClr r="0" g="0" b="0"/>
                </a:fillRef>
                <a:effectRef idx="0">
                  <a:scrgbClr r="0" g="0" b="0"/>
                </a:effectRef>
                <a:fontRef idx="minor"/>
              </p:style>
              <p:txBody>
                <a:bodyPr tIns="61920" bIns="619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39" name="Google Shape;919;p81"/>
                <p:cNvSpPr/>
                <p:nvPr/>
              </p:nvSpPr>
              <p:spPr>
                <a:xfrm rot="18900000">
                  <a:off x="45720" y="304236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8">
                      <a:moveTo>
                        <a:pt x="1402" y="1"/>
                      </a:moveTo>
                      <a:lnTo>
                        <a:pt x="1" y="1402"/>
                      </a:lnTo>
                      <a:lnTo>
                        <a:pt x="3551" y="4937"/>
                      </a:lnTo>
                      <a:lnTo>
                        <a:pt x="4952" y="3535"/>
                      </a:lnTo>
                      <a:lnTo>
                        <a:pt x="1402" y="1"/>
                      </a:lnTo>
                      <a:close/>
                    </a:path>
                  </a:pathLst>
                </a:custGeom>
                <a:gradFill rotWithShape="0">
                  <a:gsLst>
                    <a:gs pos="0">
                      <a:srgbClr val="EB9109">
                        <a:alpha val="37000"/>
                      </a:srgbClr>
                    </a:gs>
                    <a:gs pos="78000">
                      <a:srgbClr val="F5F8FF">
                        <a:alpha val="37000"/>
                      </a:srgbClr>
                    </a:gs>
                    <a:gs pos="100000">
                      <a:srgbClr val="F5F8FF">
                        <a:alpha val="37000"/>
                      </a:srgbClr>
                    </a:gs>
                  </a:gsLst>
                  <a:lin ang="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40" name="Google Shape;920;p81"/>
                <p:cNvSpPr/>
                <p:nvPr/>
              </p:nvSpPr>
              <p:spPr>
                <a:xfrm rot="18900000">
                  <a:off x="45720" y="2934360"/>
                  <a:ext cx="123480" cy="123120"/>
                </a:xfrm>
                <a:custGeom>
                  <a:avLst/>
                  <a:gdLst>
                    <a:gd name="textAreaLeft" fmla="*/ 0 w 123480"/>
                    <a:gd name="textAreaRight" fmla="*/ 123840 w 123480"/>
                    <a:gd name="textAreaTop" fmla="*/ 0 h 123120"/>
                    <a:gd name="textAreaBottom" fmla="*/ 123480 h 123120"/>
                  </a:gdLst>
                  <a:ahLst/>
                  <a:cxnLst/>
                  <a:rect l="textAreaLeft" t="textAreaTop" r="textAreaRight" b="textAreaBottom"/>
                  <a:pathLst>
                    <a:path w="4953" h="4937">
                      <a:moveTo>
                        <a:pt x="1402" y="0"/>
                      </a:moveTo>
                      <a:lnTo>
                        <a:pt x="1" y="1402"/>
                      </a:lnTo>
                      <a:lnTo>
                        <a:pt x="3551" y="4937"/>
                      </a:lnTo>
                      <a:lnTo>
                        <a:pt x="4952" y="3550"/>
                      </a:lnTo>
                      <a:lnTo>
                        <a:pt x="1402" y="0"/>
                      </a:lnTo>
                      <a:close/>
                    </a:path>
                  </a:pathLst>
                </a:custGeom>
                <a:gradFill rotWithShape="0">
                  <a:gsLst>
                    <a:gs pos="0">
                      <a:srgbClr val="EB9109">
                        <a:alpha val="37000"/>
                      </a:srgbClr>
                    </a:gs>
                    <a:gs pos="78000">
                      <a:srgbClr val="F5F8FF">
                        <a:alpha val="37000"/>
                      </a:srgbClr>
                    </a:gs>
                    <a:gs pos="100000">
                      <a:srgbClr val="F5F8FF">
                        <a:alpha val="37000"/>
                      </a:srgbClr>
                    </a:gs>
                  </a:gsLst>
                  <a:lin ang="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41" name="Google Shape;921;p81"/>
                <p:cNvSpPr/>
                <p:nvPr/>
              </p:nvSpPr>
              <p:spPr>
                <a:xfrm rot="18900000">
                  <a:off x="46080" y="282636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7" h="4937">
                      <a:moveTo>
                        <a:pt x="1402" y="0"/>
                      </a:moveTo>
                      <a:lnTo>
                        <a:pt x="0" y="1386"/>
                      </a:lnTo>
                      <a:lnTo>
                        <a:pt x="3535" y="4936"/>
                      </a:lnTo>
                      <a:lnTo>
                        <a:pt x="4937" y="3535"/>
                      </a:lnTo>
                      <a:lnTo>
                        <a:pt x="1402" y="0"/>
                      </a:lnTo>
                      <a:close/>
                    </a:path>
                  </a:pathLst>
                </a:custGeom>
                <a:gradFill rotWithShape="0">
                  <a:gsLst>
                    <a:gs pos="0">
                      <a:srgbClr val="EB9109">
                        <a:alpha val="37000"/>
                      </a:srgbClr>
                    </a:gs>
                    <a:gs pos="78000">
                      <a:srgbClr val="F5F8FF">
                        <a:alpha val="37000"/>
                      </a:srgbClr>
                    </a:gs>
                    <a:gs pos="100000">
                      <a:srgbClr val="F5F8FF">
                        <a:alpha val="37000"/>
                      </a:srgbClr>
                    </a:gs>
                  </a:gsLst>
                  <a:lin ang="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42" name="Google Shape;922;p81"/>
                <p:cNvSpPr/>
                <p:nvPr/>
              </p:nvSpPr>
              <p:spPr>
                <a:xfrm rot="18900000">
                  <a:off x="45720" y="2718360"/>
                  <a:ext cx="123120" cy="123120"/>
                </a:xfrm>
                <a:custGeom>
                  <a:avLst/>
                  <a:gdLst>
                    <a:gd name="textAreaLeft" fmla="*/ 0 w 123120"/>
                    <a:gd name="textAreaRight" fmla="*/ 123480 w 123120"/>
                    <a:gd name="textAreaTop" fmla="*/ 0 h 123120"/>
                    <a:gd name="textAreaBottom" fmla="*/ 123480 h 123120"/>
                  </a:gdLst>
                  <a:ahLst/>
                  <a:cxnLst/>
                  <a:rect l="textAreaLeft" t="textAreaTop" r="textAreaRight" b="textAreaBottom"/>
                  <a:pathLst>
                    <a:path w="4938" h="4938">
                      <a:moveTo>
                        <a:pt x="1402" y="1"/>
                      </a:moveTo>
                      <a:lnTo>
                        <a:pt x="1" y="1402"/>
                      </a:lnTo>
                      <a:lnTo>
                        <a:pt x="3535" y="4937"/>
                      </a:lnTo>
                      <a:lnTo>
                        <a:pt x="4937" y="3535"/>
                      </a:lnTo>
                      <a:lnTo>
                        <a:pt x="1402" y="1"/>
                      </a:lnTo>
                      <a:close/>
                    </a:path>
                  </a:pathLst>
                </a:custGeom>
                <a:gradFill rotWithShape="0">
                  <a:gsLst>
                    <a:gs pos="0">
                      <a:srgbClr val="EB9109">
                        <a:alpha val="37000"/>
                      </a:srgbClr>
                    </a:gs>
                    <a:gs pos="78000">
                      <a:srgbClr val="F5F8FF">
                        <a:alpha val="37000"/>
                      </a:srgbClr>
                    </a:gs>
                    <a:gs pos="100000">
                      <a:srgbClr val="F5F8FF">
                        <a:alpha val="37000"/>
                      </a:srgbClr>
                    </a:gs>
                  </a:gsLst>
                  <a:lin ang="0"/>
                </a:gradFill>
                <a:ln w="0">
                  <a:noFill/>
                </a:ln>
              </p:spPr>
              <p:style>
                <a:lnRef idx="0">
                  <a:scrgbClr r="0" g="0" b="0"/>
                </a:lnRef>
                <a:fillRef idx="0">
                  <a:scrgbClr r="0" g="0" b="0"/>
                </a:fillRef>
                <a:effectRef idx="0">
                  <a:scrgbClr r="0" g="0" b="0"/>
                </a:effectRef>
                <a:fontRef idx="minor"/>
              </p:style>
              <p:txBody>
                <a:bodyPr tIns="61560" bIns="615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43" name="Google Shape;923;p81"/>
                <p:cNvSpPr/>
                <p:nvPr/>
              </p:nvSpPr>
              <p:spPr>
                <a:xfrm rot="18900000">
                  <a:off x="46080" y="2609280"/>
                  <a:ext cx="123120" cy="123480"/>
                </a:xfrm>
                <a:custGeom>
                  <a:avLst/>
                  <a:gdLst>
                    <a:gd name="textAreaLeft" fmla="*/ 0 w 123120"/>
                    <a:gd name="textAreaRight" fmla="*/ 123480 w 123120"/>
                    <a:gd name="textAreaTop" fmla="*/ 0 h 123480"/>
                    <a:gd name="textAreaBottom" fmla="*/ 123840 h 123480"/>
                  </a:gdLst>
                  <a:ahLst/>
                  <a:cxnLst/>
                  <a:rect l="textAreaLeft" t="textAreaTop" r="textAreaRight" b="textAreaBottom"/>
                  <a:pathLst>
                    <a:path w="4937" h="4953">
                      <a:moveTo>
                        <a:pt x="1387" y="1"/>
                      </a:moveTo>
                      <a:lnTo>
                        <a:pt x="0" y="1403"/>
                      </a:lnTo>
                      <a:lnTo>
                        <a:pt x="3535" y="4953"/>
                      </a:lnTo>
                      <a:lnTo>
                        <a:pt x="4936" y="3551"/>
                      </a:lnTo>
                      <a:lnTo>
                        <a:pt x="1387" y="1"/>
                      </a:lnTo>
                      <a:close/>
                    </a:path>
                  </a:pathLst>
                </a:custGeom>
                <a:gradFill rotWithShape="0">
                  <a:gsLst>
                    <a:gs pos="0">
                      <a:srgbClr val="EB9109">
                        <a:alpha val="37000"/>
                      </a:srgbClr>
                    </a:gs>
                    <a:gs pos="78000">
                      <a:srgbClr val="F5F8FF">
                        <a:alpha val="37000"/>
                      </a:srgbClr>
                    </a:gs>
                    <a:gs pos="100000">
                      <a:srgbClr val="F5F8FF">
                        <a:alpha val="37000"/>
                      </a:srgbClr>
                    </a:gs>
                  </a:gsLst>
                  <a:lin ang="0"/>
                </a:gradFill>
                <a:ln w="0">
                  <a:noFill/>
                </a:ln>
              </p:spPr>
              <p:style>
                <a:lnRef idx="0">
                  <a:scrgbClr r="0" g="0" b="0"/>
                </a:lnRef>
                <a:fillRef idx="0">
                  <a:scrgbClr r="0" g="0" b="0"/>
                </a:fillRef>
                <a:effectRef idx="0">
                  <a:scrgbClr r="0" g="0" b="0"/>
                </a:effectRef>
                <a:fontRef idx="minor"/>
              </p:style>
              <p:txBody>
                <a:bodyPr tIns="61920" bIns="61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744" name="Google Shape;924;p81"/>
              <p:cNvSpPr/>
              <p:nvPr/>
            </p:nvSpPr>
            <p:spPr>
              <a:xfrm rot="2700000" flipH="1">
                <a:off x="-1073880" y="473760"/>
                <a:ext cx="2925000" cy="3057480"/>
              </a:xfrm>
              <a:custGeom>
                <a:avLst/>
                <a:gdLst>
                  <a:gd name="textAreaLeft" fmla="*/ -360 w 2925000"/>
                  <a:gd name="textAreaRight" fmla="*/ 292500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EB9109"/>
                  </a:gs>
                  <a:gs pos="78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745" name="Google Shape;925;p81"/>
            <p:cNvGrpSpPr/>
            <p:nvPr/>
          </p:nvGrpSpPr>
          <p:grpSpPr>
            <a:xfrm>
              <a:off x="-234360" y="3727440"/>
              <a:ext cx="438840" cy="438840"/>
              <a:chOff x="-234360" y="3727440"/>
              <a:chExt cx="438840" cy="438840"/>
            </a:xfrm>
          </p:grpSpPr>
          <p:sp>
            <p:nvSpPr>
              <p:cNvPr id="746" name="Google Shape;926;p81"/>
              <p:cNvSpPr/>
              <p:nvPr/>
            </p:nvSpPr>
            <p:spPr>
              <a:xfrm>
                <a:off x="-234360" y="372744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6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47" name="Google Shape;927;p81"/>
              <p:cNvSpPr/>
              <p:nvPr/>
            </p:nvSpPr>
            <p:spPr>
              <a:xfrm>
                <a:off x="-146160" y="382752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6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748" name="Google Shape;928;p81"/>
            <p:cNvGrpSpPr/>
            <p:nvPr/>
          </p:nvGrpSpPr>
          <p:grpSpPr>
            <a:xfrm>
              <a:off x="713520" y="4931640"/>
              <a:ext cx="438840" cy="438840"/>
              <a:chOff x="713520" y="4931640"/>
              <a:chExt cx="438840" cy="438840"/>
            </a:xfrm>
          </p:grpSpPr>
          <p:sp>
            <p:nvSpPr>
              <p:cNvPr id="749" name="Google Shape;929;p81"/>
              <p:cNvSpPr/>
              <p:nvPr/>
            </p:nvSpPr>
            <p:spPr>
              <a:xfrm rot="10800000">
                <a:off x="713520" y="4931640"/>
                <a:ext cx="438840" cy="438840"/>
              </a:xfrm>
              <a:custGeom>
                <a:avLst/>
                <a:gdLst>
                  <a:gd name="textAreaLeft" fmla="*/ 0 w 438840"/>
                  <a:gd name="textAreaRight" fmla="*/ 439200 w 438840"/>
                  <a:gd name="textAreaTop" fmla="*/ 0 h 438840"/>
                  <a:gd name="textAreaBottom" fmla="*/ 439200 h 438840"/>
                </a:gdLst>
                <a:ahLst/>
                <a:cxnLst/>
                <a:rect l="textAreaLeft" t="textAreaTop" r="textAreaRight" b="textAreaBottom"/>
                <a:pathLst>
                  <a:path w="17568" h="17564">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rotWithShape="0">
                <a:gsLst>
                  <a:gs pos="0">
                    <a:srgbClr val="9900FF">
                      <a:alpha val="46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50" name="Google Shape;930;p81"/>
              <p:cNvSpPr/>
              <p:nvPr/>
            </p:nvSpPr>
            <p:spPr>
              <a:xfrm rot="10800000">
                <a:off x="801720" y="5031000"/>
                <a:ext cx="262440" cy="239400"/>
              </a:xfrm>
              <a:custGeom>
                <a:avLst/>
                <a:gdLst>
                  <a:gd name="textAreaLeft" fmla="*/ 0 w 262440"/>
                  <a:gd name="textAreaRight" fmla="*/ 262800 w 262440"/>
                  <a:gd name="textAreaTop" fmla="*/ 0 h 239400"/>
                  <a:gd name="textAreaBottom" fmla="*/ 239760 h 239400"/>
                </a:gdLst>
                <a:ahLst/>
                <a:cxnLst/>
                <a:rect l="textAreaLeft" t="textAreaTop" r="textAreaRight" b="textAreaBottom"/>
                <a:pathLst>
                  <a:path w="10514" h="9588">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rotWithShape="0">
                <a:gsLst>
                  <a:gs pos="0">
                    <a:srgbClr val="9900FF">
                      <a:alpha val="46000"/>
                    </a:srgbClr>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751" name="Google Shape;931;p81"/>
          <p:cNvGrpSpPr/>
          <p:nvPr/>
        </p:nvGrpSpPr>
        <p:grpSpPr>
          <a:xfrm>
            <a:off x="6642360" y="-392400"/>
            <a:ext cx="4558680" cy="1863360"/>
            <a:chOff x="6642360" y="-392400"/>
            <a:chExt cx="4558680" cy="1863360"/>
          </a:xfrm>
        </p:grpSpPr>
        <p:pic>
          <p:nvPicPr>
            <p:cNvPr id="752" name="Google Shape;932;p81"/>
            <p:cNvPicPr/>
            <p:nvPr/>
          </p:nvPicPr>
          <p:blipFill>
            <a:blip r:embed="rId3"/>
            <a:srcRect l="16959" t="24713" r="7122" b="26173"/>
            <a:stretch/>
          </p:blipFill>
          <p:spPr>
            <a:xfrm>
              <a:off x="8354880" y="-392400"/>
              <a:ext cx="2441520" cy="1863360"/>
            </a:xfrm>
            <a:prstGeom prst="rect">
              <a:avLst/>
            </a:prstGeom>
            <a:ln w="0">
              <a:noFill/>
            </a:ln>
          </p:spPr>
        </p:pic>
        <p:grpSp>
          <p:nvGrpSpPr>
            <p:cNvPr id="753" name="Google Shape;933;p81"/>
            <p:cNvGrpSpPr/>
            <p:nvPr/>
          </p:nvGrpSpPr>
          <p:grpSpPr>
            <a:xfrm>
              <a:off x="7215120" y="-117000"/>
              <a:ext cx="2584080" cy="1134720"/>
              <a:chOff x="7215120" y="-117000"/>
              <a:chExt cx="2584080" cy="1134720"/>
            </a:xfrm>
          </p:grpSpPr>
          <p:grpSp>
            <p:nvGrpSpPr>
              <p:cNvPr id="754" name="Google Shape;934;p81"/>
              <p:cNvGrpSpPr/>
              <p:nvPr/>
            </p:nvGrpSpPr>
            <p:grpSpPr>
              <a:xfrm>
                <a:off x="7429320" y="-117000"/>
                <a:ext cx="2369880" cy="1134720"/>
                <a:chOff x="7429320" y="-117000"/>
                <a:chExt cx="2369880" cy="1134720"/>
              </a:xfrm>
            </p:grpSpPr>
            <p:sp>
              <p:nvSpPr>
                <p:cNvPr id="755" name="Google Shape;935;p81"/>
                <p:cNvSpPr/>
                <p:nvPr/>
              </p:nvSpPr>
              <p:spPr>
                <a:xfrm rot="16200000">
                  <a:off x="7993080" y="-680400"/>
                  <a:ext cx="1134360" cy="2262240"/>
                </a:xfrm>
                <a:custGeom>
                  <a:avLst/>
                  <a:gdLst>
                    <a:gd name="textAreaLeft" fmla="*/ 0 w 1134360"/>
                    <a:gd name="textAreaRight" fmla="*/ 1134720 w 1134360"/>
                    <a:gd name="textAreaTop" fmla="*/ 0 h 2262240"/>
                    <a:gd name="textAreaBottom" fmla="*/ 2262600 h 22622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56" name="Google Shape;936;p81"/>
                <p:cNvSpPr/>
                <p:nvPr/>
              </p:nvSpPr>
              <p:spPr>
                <a:xfrm rot="5400000">
                  <a:off x="8100720" y="-680760"/>
                  <a:ext cx="1134360" cy="2262240"/>
                </a:xfrm>
                <a:custGeom>
                  <a:avLst/>
                  <a:gdLst>
                    <a:gd name="textAreaLeft" fmla="*/ 0 w 1134360"/>
                    <a:gd name="textAreaRight" fmla="*/ 1134720 w 1134360"/>
                    <a:gd name="textAreaTop" fmla="*/ 0 h 2262240"/>
                    <a:gd name="textAreaBottom" fmla="*/ 2262600 h 22622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757" name="Google Shape;937;p81"/>
              <p:cNvSpPr/>
              <p:nvPr/>
            </p:nvSpPr>
            <p:spPr>
              <a:xfrm rot="5400000">
                <a:off x="8213400" y="-4932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58" name="Google Shape;938;p81"/>
              <p:cNvSpPr/>
              <p:nvPr/>
            </p:nvSpPr>
            <p:spPr>
              <a:xfrm rot="5400000">
                <a:off x="8574840" y="81720"/>
                <a:ext cx="581760" cy="575640"/>
              </a:xfrm>
              <a:custGeom>
                <a:avLst/>
                <a:gdLst>
                  <a:gd name="textAreaLeft" fmla="*/ 0 w 581760"/>
                  <a:gd name="textAreaRight" fmla="*/ 582120 w 581760"/>
                  <a:gd name="textAreaTop" fmla="*/ 0 h 575640"/>
                  <a:gd name="textAreaBottom" fmla="*/ 576000 h 575640"/>
                </a:gdLst>
                <a:ahLst/>
                <a:cxnLst/>
                <a:rect l="textAreaLeft" t="textAreaTop" r="textAreaRight" b="textAreaBottom"/>
                <a:pathLst>
                  <a:path w="36171" h="3579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759" name="Google Shape;939;p81"/>
              <p:cNvGrpSpPr/>
              <p:nvPr/>
            </p:nvGrpSpPr>
            <p:grpSpPr>
              <a:xfrm>
                <a:off x="7215120" y="-91440"/>
                <a:ext cx="1001160" cy="353160"/>
                <a:chOff x="7215120" y="-91440"/>
                <a:chExt cx="1001160" cy="353160"/>
              </a:xfrm>
            </p:grpSpPr>
            <p:sp>
              <p:nvSpPr>
                <p:cNvPr id="760" name="Google Shape;940;p81"/>
                <p:cNvSpPr/>
                <p:nvPr/>
              </p:nvSpPr>
              <p:spPr>
                <a:xfrm rot="13500000" flipV="1">
                  <a:off x="7914960" y="-39600"/>
                  <a:ext cx="249480" cy="249480"/>
                </a:xfrm>
                <a:custGeom>
                  <a:avLst/>
                  <a:gdLst>
                    <a:gd name="textAreaLeft" fmla="*/ 0 w 249480"/>
                    <a:gd name="textAreaRight" fmla="*/ 249840 w 249480"/>
                    <a:gd name="textAreaTop" fmla="*/ -360 h 249480"/>
                    <a:gd name="textAreaBottom" fmla="*/ 24948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61" name="Google Shape;941;p81"/>
                <p:cNvSpPr/>
                <p:nvPr/>
              </p:nvSpPr>
              <p:spPr>
                <a:xfrm rot="13500000" flipV="1">
                  <a:off x="7807320" y="-39600"/>
                  <a:ext cx="249480" cy="249480"/>
                </a:xfrm>
                <a:custGeom>
                  <a:avLst/>
                  <a:gdLst>
                    <a:gd name="textAreaLeft" fmla="*/ 0 w 249480"/>
                    <a:gd name="textAreaRight" fmla="*/ 249840 w 249480"/>
                    <a:gd name="textAreaTop" fmla="*/ -360 h 249480"/>
                    <a:gd name="textAreaBottom" fmla="*/ 249480 h 249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62" name="Google Shape;942;p81"/>
                <p:cNvSpPr/>
                <p:nvPr/>
              </p:nvSpPr>
              <p:spPr>
                <a:xfrm rot="13500000" flipV="1">
                  <a:off x="7698960" y="-39600"/>
                  <a:ext cx="249480" cy="249480"/>
                </a:xfrm>
                <a:custGeom>
                  <a:avLst/>
                  <a:gdLst>
                    <a:gd name="textAreaLeft" fmla="*/ 0 w 249480"/>
                    <a:gd name="textAreaRight" fmla="*/ 249840 w 249480"/>
                    <a:gd name="textAreaTop" fmla="*/ -360 h 249480"/>
                    <a:gd name="textAreaBottom" fmla="*/ 249480 h 249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63" name="Google Shape;943;p81"/>
                <p:cNvSpPr/>
                <p:nvPr/>
              </p:nvSpPr>
              <p:spPr>
                <a:xfrm rot="13500000" flipV="1">
                  <a:off x="7590960" y="-39960"/>
                  <a:ext cx="249480" cy="249120"/>
                </a:xfrm>
                <a:custGeom>
                  <a:avLst/>
                  <a:gdLst>
                    <a:gd name="textAreaLeft" fmla="*/ 0 w 249480"/>
                    <a:gd name="textAreaRight" fmla="*/ 249840 w 249480"/>
                    <a:gd name="textAreaTop" fmla="*/ 360 h 249120"/>
                    <a:gd name="textAreaBottom" fmla="*/ 249840 h 249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64" name="Google Shape;944;p81"/>
                <p:cNvSpPr/>
                <p:nvPr/>
              </p:nvSpPr>
              <p:spPr>
                <a:xfrm rot="13500000" flipV="1">
                  <a:off x="7482600" y="-39240"/>
                  <a:ext cx="249480" cy="249480"/>
                </a:xfrm>
                <a:custGeom>
                  <a:avLst/>
                  <a:gdLst>
                    <a:gd name="textAreaLeft" fmla="*/ 0 w 249480"/>
                    <a:gd name="textAreaRight" fmla="*/ 249840 w 249480"/>
                    <a:gd name="textAreaTop" fmla="*/ -360 h 249480"/>
                    <a:gd name="textAreaBottom" fmla="*/ 249480 h 249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65" name="Google Shape;945;p81"/>
                <p:cNvSpPr/>
                <p:nvPr/>
              </p:nvSpPr>
              <p:spPr>
                <a:xfrm rot="13500000" flipV="1">
                  <a:off x="7374600" y="-39240"/>
                  <a:ext cx="249120" cy="249120"/>
                </a:xfrm>
                <a:custGeom>
                  <a:avLst/>
                  <a:gdLst>
                    <a:gd name="textAreaLeft" fmla="*/ 0 w 249120"/>
                    <a:gd name="textAreaRight" fmla="*/ 249480 w 249120"/>
                    <a:gd name="textAreaTop" fmla="*/ 360 h 249120"/>
                    <a:gd name="textAreaBottom" fmla="*/ 249840 h 249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66" name="Google Shape;946;p81"/>
                <p:cNvSpPr/>
                <p:nvPr/>
              </p:nvSpPr>
              <p:spPr>
                <a:xfrm rot="13500000" flipV="1">
                  <a:off x="7266600" y="-39240"/>
                  <a:ext cx="249480" cy="249480"/>
                </a:xfrm>
                <a:custGeom>
                  <a:avLst/>
                  <a:gdLst>
                    <a:gd name="textAreaLeft" fmla="*/ 0 w 249480"/>
                    <a:gd name="textAreaRight" fmla="*/ 249840 w 249480"/>
                    <a:gd name="textAreaTop" fmla="*/ -360 h 249480"/>
                    <a:gd name="textAreaBottom" fmla="*/ 24948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9900FF">
                        <a:alpha val="47000"/>
                      </a:srgbClr>
                    </a:gs>
                    <a:gs pos="100000">
                      <a:srgbClr val="FFFFFF">
                        <a:alpha val="4700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767" name="Google Shape;947;p81"/>
            <p:cNvGrpSpPr/>
            <p:nvPr/>
          </p:nvGrpSpPr>
          <p:grpSpPr>
            <a:xfrm>
              <a:off x="6642360" y="234000"/>
              <a:ext cx="4558680" cy="133920"/>
              <a:chOff x="6642360" y="234000"/>
              <a:chExt cx="4558680" cy="133920"/>
            </a:xfrm>
          </p:grpSpPr>
          <p:sp>
            <p:nvSpPr>
              <p:cNvPr id="768" name="Google Shape;948;p81"/>
              <p:cNvSpPr/>
              <p:nvPr/>
            </p:nvSpPr>
            <p:spPr>
              <a:xfrm rot="10800000">
                <a:off x="6642360" y="23400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769" name="Google Shape;949;p81"/>
              <p:cNvCxnSpPr/>
              <p:nvPr/>
            </p:nvCxnSpPr>
            <p:spPr>
              <a:xfrm flipH="1">
                <a:off x="6738120" y="300960"/>
                <a:ext cx="4463280" cy="360"/>
              </a:xfrm>
              <a:prstGeom prst="straightConnector1">
                <a:avLst/>
              </a:prstGeom>
              <a:ln w="9525">
                <a:solidFill>
                  <a:srgbClr val="0C0A9E"/>
                </a:solidFill>
                <a:round/>
              </a:ln>
            </p:spPr>
          </p:cxnSp>
          <p:sp>
            <p:nvSpPr>
              <p:cNvPr id="770" name="Google Shape;950;p81"/>
              <p:cNvSpPr/>
              <p:nvPr/>
            </p:nvSpPr>
            <p:spPr>
              <a:xfrm rot="10800000">
                <a:off x="6672960" y="26460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77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772" name="PlaceHolder 1"/>
          <p:cNvSpPr>
            <a:spLocks noGrp="1"/>
          </p:cNvSpPr>
          <p:nvPr>
            <p:ph type="title"/>
          </p:nvPr>
        </p:nvSpPr>
        <p:spPr>
          <a:xfrm>
            <a:off x="720000" y="2079360"/>
            <a:ext cx="5597640" cy="841320"/>
          </a:xfrm>
          <a:prstGeom prst="rect">
            <a:avLst/>
          </a:prstGeom>
          <a:noFill/>
          <a:ln w="0">
            <a:noFill/>
          </a:ln>
        </p:spPr>
        <p:txBody>
          <a:bodyPr lIns="91440" tIns="91440" rIns="91440" bIns="91440" anchor="ctr">
            <a:noAutofit/>
          </a:bodyPr>
          <a:lstStyle/>
          <a:p>
            <a:pPr indent="0">
              <a:buNone/>
            </a:pPr>
            <a:r>
              <a:rPr lang="fr-FR" sz="5000" b="0" strike="noStrike" spc="-1">
                <a:solidFill>
                  <a:srgbClr val="000000"/>
                </a:solidFill>
                <a:latin typeface="Arial"/>
              </a:rPr>
              <a:t>Click to edit the title text format</a:t>
            </a:r>
          </a:p>
        </p:txBody>
      </p:sp>
      <p:sp>
        <p:nvSpPr>
          <p:cNvPr id="773" name="PlaceHolder 2"/>
          <p:cNvSpPr>
            <a:spLocks noGrp="1"/>
          </p:cNvSpPr>
          <p:nvPr>
            <p:ph type="title"/>
          </p:nvPr>
        </p:nvSpPr>
        <p:spPr>
          <a:xfrm>
            <a:off x="720000" y="1025640"/>
            <a:ext cx="1702080" cy="993240"/>
          </a:xfrm>
          <a:prstGeom prst="rect">
            <a:avLst/>
          </a:prstGeom>
          <a:noFill/>
          <a:ln w="0">
            <a:noFill/>
          </a:ln>
        </p:spPr>
        <p:txBody>
          <a:bodyPr lIns="91440" tIns="91440" rIns="91440" bIns="91440" anchor="ctr">
            <a:noAutofit/>
          </a:bodyPr>
          <a:lstStyle/>
          <a:p>
            <a:pPr indent="0">
              <a:buNone/>
            </a:pPr>
            <a:r>
              <a:rPr lang="fr-FR" sz="6200" b="0" strike="noStrike" spc="-1">
                <a:solidFill>
                  <a:srgbClr val="000000"/>
                </a:solidFill>
                <a:latin typeface="Arial"/>
              </a:rPr>
              <a:t>Click to edit the title text format</a:t>
            </a:r>
          </a:p>
        </p:txBody>
      </p:sp>
      <p:grpSp>
        <p:nvGrpSpPr>
          <p:cNvPr id="774" name="Google Shape;149;p65"/>
          <p:cNvGrpSpPr/>
          <p:nvPr/>
        </p:nvGrpSpPr>
        <p:grpSpPr>
          <a:xfrm>
            <a:off x="-538920" y="-1717200"/>
            <a:ext cx="4167000" cy="4161240"/>
            <a:chOff x="-538920" y="-1717200"/>
            <a:chExt cx="4167000" cy="4161240"/>
          </a:xfrm>
        </p:grpSpPr>
        <p:grpSp>
          <p:nvGrpSpPr>
            <p:cNvPr id="775" name="Google Shape;150;p65"/>
            <p:cNvGrpSpPr/>
            <p:nvPr/>
          </p:nvGrpSpPr>
          <p:grpSpPr>
            <a:xfrm>
              <a:off x="-538920" y="-385560"/>
              <a:ext cx="1740960" cy="1288080"/>
              <a:chOff x="-538920" y="-385560"/>
              <a:chExt cx="1740960" cy="1288080"/>
            </a:xfrm>
          </p:grpSpPr>
          <p:sp>
            <p:nvSpPr>
              <p:cNvPr id="776" name="Google Shape;151;p65"/>
              <p:cNvSpPr/>
              <p:nvPr/>
            </p:nvSpPr>
            <p:spPr>
              <a:xfrm rot="2700000">
                <a:off x="-360000" y="-186840"/>
                <a:ext cx="930600" cy="891000"/>
              </a:xfrm>
              <a:custGeom>
                <a:avLst/>
                <a:gdLst>
                  <a:gd name="textAreaLeft" fmla="*/ 0 w 930600"/>
                  <a:gd name="textAreaRight" fmla="*/ 930960 w 930600"/>
                  <a:gd name="textAreaTop" fmla="*/ 0 h 891000"/>
                  <a:gd name="textAreaBottom" fmla="*/ 891360 h 89100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777" name="Google Shape;152;p65"/>
              <p:cNvSpPr/>
              <p:nvPr/>
            </p:nvSpPr>
            <p:spPr>
              <a:xfrm rot="2700000">
                <a:off x="92520" y="-186840"/>
                <a:ext cx="930600" cy="891000"/>
              </a:xfrm>
              <a:custGeom>
                <a:avLst/>
                <a:gdLst>
                  <a:gd name="textAreaLeft" fmla="*/ 0 w 930600"/>
                  <a:gd name="textAreaRight" fmla="*/ 930960 w 930600"/>
                  <a:gd name="textAreaTop" fmla="*/ 0 h 891000"/>
                  <a:gd name="textAreaBottom" fmla="*/ 891360 h 89100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0C0A9E">
                      <a:alpha val="20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grpSp>
        <p:grpSp>
          <p:nvGrpSpPr>
            <p:cNvPr id="778" name="Google Shape;153;p65"/>
            <p:cNvGrpSpPr/>
            <p:nvPr/>
          </p:nvGrpSpPr>
          <p:grpSpPr>
            <a:xfrm>
              <a:off x="201240" y="-185040"/>
              <a:ext cx="207720" cy="1824480"/>
              <a:chOff x="201240" y="-185040"/>
              <a:chExt cx="207720" cy="1824480"/>
            </a:xfrm>
          </p:grpSpPr>
          <p:sp>
            <p:nvSpPr>
              <p:cNvPr id="779" name="Google Shape;154;p65"/>
              <p:cNvSpPr/>
              <p:nvPr/>
            </p:nvSpPr>
            <p:spPr>
              <a:xfrm>
                <a:off x="201240" y="-185040"/>
                <a:ext cx="12240" cy="1824480"/>
              </a:xfrm>
              <a:custGeom>
                <a:avLst/>
                <a:gdLst>
                  <a:gd name="textAreaLeft" fmla="*/ 0 w 12240"/>
                  <a:gd name="textAreaRight" fmla="*/ 12600 w 12240"/>
                  <a:gd name="textAreaTop" fmla="*/ 0 h 1824480"/>
                  <a:gd name="textAreaBottom" fmla="*/ 1824840 h 1824480"/>
                </a:gdLst>
                <a:ahLst/>
                <a:cxnLst/>
                <a:rect l="textAreaLeft" t="textAreaTop" r="textAreaRight" b="textAreaBottom"/>
                <a:pathLst>
                  <a:path w="306" h="27731">
                    <a:moveTo>
                      <a:pt x="1" y="1"/>
                    </a:moveTo>
                    <a:lnTo>
                      <a:pt x="1" y="27730"/>
                    </a:lnTo>
                    <a:lnTo>
                      <a:pt x="305" y="27730"/>
                    </a:lnTo>
                    <a:lnTo>
                      <a:pt x="305" y="1"/>
                    </a:lnTo>
                    <a:close/>
                  </a:path>
                </a:pathLst>
              </a:custGeom>
              <a:gradFill rotWithShape="0">
                <a:gsLst>
                  <a:gs pos="0">
                    <a:srgbClr val="9900FF">
                      <a:alpha val="47000"/>
                    </a:srgbClr>
                  </a:gs>
                  <a:gs pos="100000">
                    <a:srgbClr val="FFFFFF">
                      <a:alpha val="4700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780" name="Google Shape;155;p65"/>
              <p:cNvSpPr/>
              <p:nvPr/>
            </p:nvSpPr>
            <p:spPr>
              <a:xfrm>
                <a:off x="396720" y="-185040"/>
                <a:ext cx="12240" cy="1824480"/>
              </a:xfrm>
              <a:custGeom>
                <a:avLst/>
                <a:gdLst>
                  <a:gd name="textAreaLeft" fmla="*/ 0 w 12240"/>
                  <a:gd name="textAreaRight" fmla="*/ 12600 w 12240"/>
                  <a:gd name="textAreaTop" fmla="*/ 0 h 1824480"/>
                  <a:gd name="textAreaBottom" fmla="*/ 1824840 h 1824480"/>
                </a:gdLst>
                <a:ahLst/>
                <a:cxnLst/>
                <a:rect l="textAreaLeft" t="textAreaTop" r="textAreaRight" b="textAreaBottom"/>
                <a:pathLst>
                  <a:path w="305" h="27731">
                    <a:moveTo>
                      <a:pt x="0" y="1"/>
                    </a:moveTo>
                    <a:lnTo>
                      <a:pt x="0" y="27730"/>
                    </a:lnTo>
                    <a:lnTo>
                      <a:pt x="305" y="27730"/>
                    </a:lnTo>
                    <a:lnTo>
                      <a:pt x="305"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grpSp>
        <p:grpSp>
          <p:nvGrpSpPr>
            <p:cNvPr id="781" name="Google Shape;156;p65"/>
            <p:cNvGrpSpPr/>
            <p:nvPr/>
          </p:nvGrpSpPr>
          <p:grpSpPr>
            <a:xfrm>
              <a:off x="396720" y="-169920"/>
              <a:ext cx="699120" cy="478080"/>
              <a:chOff x="396720" y="-169920"/>
              <a:chExt cx="699120" cy="478080"/>
            </a:xfrm>
          </p:grpSpPr>
          <p:grpSp>
            <p:nvGrpSpPr>
              <p:cNvPr id="782" name="Google Shape;157;p65"/>
              <p:cNvGrpSpPr/>
              <p:nvPr/>
            </p:nvGrpSpPr>
            <p:grpSpPr>
              <a:xfrm>
                <a:off x="396720" y="-169920"/>
                <a:ext cx="478080" cy="478080"/>
                <a:chOff x="396720" y="-169920"/>
                <a:chExt cx="478080" cy="478080"/>
              </a:xfrm>
            </p:grpSpPr>
            <p:sp>
              <p:nvSpPr>
                <p:cNvPr id="783" name="Google Shape;158;p65"/>
                <p:cNvSpPr/>
                <p:nvPr/>
              </p:nvSpPr>
              <p:spPr>
                <a:xfrm rot="2700000">
                  <a:off x="462960" y="-9612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grpSp>
              <p:nvGrpSpPr>
                <p:cNvPr id="784" name="Google Shape;159;p65"/>
                <p:cNvGrpSpPr/>
                <p:nvPr/>
              </p:nvGrpSpPr>
              <p:grpSpPr>
                <a:xfrm>
                  <a:off x="441720" y="-68760"/>
                  <a:ext cx="387360" cy="222840"/>
                  <a:chOff x="441720" y="-68760"/>
                  <a:chExt cx="387360" cy="222840"/>
                </a:xfrm>
              </p:grpSpPr>
              <p:sp>
                <p:nvSpPr>
                  <p:cNvPr id="785" name="Google Shape;160;p65"/>
                  <p:cNvSpPr/>
                  <p:nvPr/>
                </p:nvSpPr>
                <p:spPr>
                  <a:xfrm rot="2700000">
                    <a:off x="474480" y="-36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endParaRPr lang="fr-FR" sz="1400" b="0" strike="noStrike" spc="-1">
                      <a:solidFill>
                        <a:srgbClr val="000000"/>
                      </a:solidFill>
                      <a:latin typeface="Arial"/>
                      <a:ea typeface="Arial"/>
                    </a:endParaRPr>
                  </a:p>
                </p:txBody>
              </p:sp>
              <p:sp>
                <p:nvSpPr>
                  <p:cNvPr id="786" name="Google Shape;161;p65"/>
                  <p:cNvSpPr/>
                  <p:nvPr/>
                </p:nvSpPr>
                <p:spPr>
                  <a:xfrm rot="2700000">
                    <a:off x="556560" y="-36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endParaRPr lang="fr-FR" sz="1400" b="0" strike="noStrike" spc="-1">
                      <a:solidFill>
                        <a:srgbClr val="000000"/>
                      </a:solidFill>
                      <a:latin typeface="Arial"/>
                      <a:ea typeface="Arial"/>
                    </a:endParaRPr>
                  </a:p>
                </p:txBody>
              </p:sp>
              <p:sp>
                <p:nvSpPr>
                  <p:cNvPr id="787" name="Google Shape;162;p65"/>
                  <p:cNvSpPr/>
                  <p:nvPr/>
                </p:nvSpPr>
                <p:spPr>
                  <a:xfrm rot="2700000">
                    <a:off x="597600" y="-36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endParaRPr lang="fr-FR" sz="1400" b="0" strike="noStrike" spc="-1">
                      <a:solidFill>
                        <a:srgbClr val="000000"/>
                      </a:solidFill>
                      <a:latin typeface="Arial"/>
                      <a:ea typeface="Arial"/>
                    </a:endParaRPr>
                  </a:p>
                </p:txBody>
              </p:sp>
              <p:sp>
                <p:nvSpPr>
                  <p:cNvPr id="788" name="Google Shape;163;p65"/>
                  <p:cNvSpPr/>
                  <p:nvPr/>
                </p:nvSpPr>
                <p:spPr>
                  <a:xfrm rot="2700000">
                    <a:off x="515520" y="-36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endParaRPr lang="fr-FR" sz="1400" b="0" strike="noStrike" spc="-1">
                      <a:solidFill>
                        <a:srgbClr val="000000"/>
                      </a:solidFill>
                      <a:latin typeface="Arial"/>
                      <a:ea typeface="Arial"/>
                    </a:endParaRPr>
                  </a:p>
                </p:txBody>
              </p:sp>
              <p:sp>
                <p:nvSpPr>
                  <p:cNvPr id="789" name="Google Shape;164;p65"/>
                  <p:cNvSpPr/>
                  <p:nvPr/>
                </p:nvSpPr>
                <p:spPr>
                  <a:xfrm rot="2700000">
                    <a:off x="638640" y="-360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endParaRPr lang="fr-FR" sz="1400" b="0" strike="noStrike" spc="-1">
                      <a:solidFill>
                        <a:srgbClr val="000000"/>
                      </a:solidFill>
                      <a:latin typeface="Arial"/>
                      <a:ea typeface="Arial"/>
                    </a:endParaRPr>
                  </a:p>
                </p:txBody>
              </p:sp>
            </p:grpSp>
          </p:grpSp>
          <p:sp>
            <p:nvSpPr>
              <p:cNvPr id="790" name="Google Shape;165;p65"/>
              <p:cNvSpPr/>
              <p:nvPr/>
            </p:nvSpPr>
            <p:spPr>
              <a:xfrm rot="18900000">
                <a:off x="727920" y="-9000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grpSp>
        <p:grpSp>
          <p:nvGrpSpPr>
            <p:cNvPr id="791" name="Google Shape;166;p65"/>
            <p:cNvGrpSpPr/>
            <p:nvPr/>
          </p:nvGrpSpPr>
          <p:grpSpPr>
            <a:xfrm>
              <a:off x="911160" y="-133200"/>
              <a:ext cx="591840" cy="404640"/>
              <a:chOff x="911160" y="-133200"/>
              <a:chExt cx="591840" cy="404640"/>
            </a:xfrm>
          </p:grpSpPr>
          <p:grpSp>
            <p:nvGrpSpPr>
              <p:cNvPr id="792" name="Google Shape;167;p65"/>
              <p:cNvGrpSpPr/>
              <p:nvPr/>
            </p:nvGrpSpPr>
            <p:grpSpPr>
              <a:xfrm>
                <a:off x="911160" y="-133200"/>
                <a:ext cx="404640" cy="404640"/>
                <a:chOff x="911160" y="-133200"/>
                <a:chExt cx="404640" cy="404640"/>
              </a:xfrm>
            </p:grpSpPr>
            <p:sp>
              <p:nvSpPr>
                <p:cNvPr id="793" name="Google Shape;168;p65"/>
                <p:cNvSpPr/>
                <p:nvPr/>
              </p:nvSpPr>
              <p:spPr>
                <a:xfrm rot="2700000">
                  <a:off x="967320" y="-70560"/>
                  <a:ext cx="292320" cy="280080"/>
                </a:xfrm>
                <a:custGeom>
                  <a:avLst/>
                  <a:gdLst>
                    <a:gd name="textAreaLeft" fmla="*/ 0 w 292320"/>
                    <a:gd name="textAreaRight" fmla="*/ 292680 w 292320"/>
                    <a:gd name="textAreaTop" fmla="*/ 0 h 280080"/>
                    <a:gd name="textAreaBottom" fmla="*/ 280440 h 28008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grpSp>
              <p:nvGrpSpPr>
                <p:cNvPr id="794" name="Google Shape;169;p65"/>
                <p:cNvGrpSpPr/>
                <p:nvPr/>
              </p:nvGrpSpPr>
              <p:grpSpPr>
                <a:xfrm>
                  <a:off x="948960" y="-47880"/>
                  <a:ext cx="327600" cy="189360"/>
                  <a:chOff x="948960" y="-47880"/>
                  <a:chExt cx="327600" cy="189360"/>
                </a:xfrm>
              </p:grpSpPr>
              <p:sp>
                <p:nvSpPr>
                  <p:cNvPr id="795" name="Google Shape;170;p65"/>
                  <p:cNvSpPr/>
                  <p:nvPr/>
                </p:nvSpPr>
                <p:spPr>
                  <a:xfrm rot="2700000">
                    <a:off x="976320" y="-2016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endParaRPr lang="fr-FR" sz="1400" b="0" strike="noStrike" spc="-1">
                      <a:solidFill>
                        <a:srgbClr val="000000"/>
                      </a:solidFill>
                      <a:latin typeface="Arial"/>
                      <a:ea typeface="Arial"/>
                    </a:endParaRPr>
                  </a:p>
                </p:txBody>
              </p:sp>
              <p:sp>
                <p:nvSpPr>
                  <p:cNvPr id="796" name="Google Shape;171;p65"/>
                  <p:cNvSpPr/>
                  <p:nvPr/>
                </p:nvSpPr>
                <p:spPr>
                  <a:xfrm rot="2700000">
                    <a:off x="1046160" y="-2016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endParaRPr lang="fr-FR" sz="1400" b="0" strike="noStrike" spc="-1">
                      <a:solidFill>
                        <a:srgbClr val="000000"/>
                      </a:solidFill>
                      <a:latin typeface="Arial"/>
                      <a:ea typeface="Arial"/>
                    </a:endParaRPr>
                  </a:p>
                </p:txBody>
              </p:sp>
              <p:sp>
                <p:nvSpPr>
                  <p:cNvPr id="797" name="Google Shape;172;p65"/>
                  <p:cNvSpPr/>
                  <p:nvPr/>
                </p:nvSpPr>
                <p:spPr>
                  <a:xfrm rot="2700000">
                    <a:off x="1080720" y="-2016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endParaRPr lang="fr-FR" sz="1400" b="0" strike="noStrike" spc="-1">
                      <a:solidFill>
                        <a:srgbClr val="000000"/>
                      </a:solidFill>
                      <a:latin typeface="Arial"/>
                      <a:ea typeface="Arial"/>
                    </a:endParaRPr>
                  </a:p>
                </p:txBody>
              </p:sp>
              <p:sp>
                <p:nvSpPr>
                  <p:cNvPr id="798" name="Google Shape;173;p65"/>
                  <p:cNvSpPr/>
                  <p:nvPr/>
                </p:nvSpPr>
                <p:spPr>
                  <a:xfrm rot="2700000">
                    <a:off x="1011240" y="-1980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endParaRPr lang="fr-FR" sz="1400" b="0" strike="noStrike" spc="-1">
                      <a:solidFill>
                        <a:srgbClr val="000000"/>
                      </a:solidFill>
                      <a:latin typeface="Arial"/>
                      <a:ea typeface="Arial"/>
                    </a:endParaRPr>
                  </a:p>
                </p:txBody>
              </p:sp>
              <p:sp>
                <p:nvSpPr>
                  <p:cNvPr id="799" name="Google Shape;174;p65"/>
                  <p:cNvSpPr/>
                  <p:nvPr/>
                </p:nvSpPr>
                <p:spPr>
                  <a:xfrm rot="2700000">
                    <a:off x="1115280" y="-19800"/>
                    <a:ext cx="133560" cy="133560"/>
                  </a:xfrm>
                  <a:custGeom>
                    <a:avLst/>
                    <a:gdLst>
                      <a:gd name="textAreaLeft" fmla="*/ 0 w 133560"/>
                      <a:gd name="textAreaRight" fmla="*/ 133920 w 133560"/>
                      <a:gd name="textAreaTop" fmla="*/ 0 h 133560"/>
                      <a:gd name="textAreaBottom" fmla="*/ 133920 h 13356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66960" bIns="66960" anchor="ctr">
                    <a:noAutofit/>
                  </a:bodyPr>
                  <a:lstStyle/>
                  <a:p>
                    <a:endParaRPr lang="fr-FR" sz="1400" b="0" strike="noStrike" spc="-1">
                      <a:solidFill>
                        <a:srgbClr val="000000"/>
                      </a:solidFill>
                      <a:latin typeface="Arial"/>
                      <a:ea typeface="Arial"/>
                    </a:endParaRPr>
                  </a:p>
                </p:txBody>
              </p:sp>
            </p:grpSp>
          </p:grpSp>
          <p:sp>
            <p:nvSpPr>
              <p:cNvPr id="800" name="Google Shape;175;p65"/>
              <p:cNvSpPr/>
              <p:nvPr/>
            </p:nvSpPr>
            <p:spPr>
              <a:xfrm rot="18900000">
                <a:off x="1191240" y="-65520"/>
                <a:ext cx="274680" cy="218160"/>
              </a:xfrm>
              <a:custGeom>
                <a:avLst/>
                <a:gdLst>
                  <a:gd name="textAreaLeft" fmla="*/ 0 w 274680"/>
                  <a:gd name="textAreaRight" fmla="*/ 275040 w 274680"/>
                  <a:gd name="textAreaTop" fmla="*/ 0 h 218160"/>
                  <a:gd name="textAreaBottom" fmla="*/ 218520 h 2181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grpSp>
        <p:grpSp>
          <p:nvGrpSpPr>
            <p:cNvPr id="801" name="Google Shape;176;p65"/>
            <p:cNvGrpSpPr/>
            <p:nvPr/>
          </p:nvGrpSpPr>
          <p:grpSpPr>
            <a:xfrm>
              <a:off x="-44640" y="488160"/>
              <a:ext cx="699120" cy="478080"/>
              <a:chOff x="-44640" y="488160"/>
              <a:chExt cx="699120" cy="478080"/>
            </a:xfrm>
          </p:grpSpPr>
          <p:grpSp>
            <p:nvGrpSpPr>
              <p:cNvPr id="802" name="Google Shape;177;p65"/>
              <p:cNvGrpSpPr/>
              <p:nvPr/>
            </p:nvGrpSpPr>
            <p:grpSpPr>
              <a:xfrm>
                <a:off x="-44640" y="488160"/>
                <a:ext cx="478080" cy="478080"/>
                <a:chOff x="-44640" y="488160"/>
                <a:chExt cx="478080" cy="478080"/>
              </a:xfrm>
            </p:grpSpPr>
            <p:sp>
              <p:nvSpPr>
                <p:cNvPr id="803" name="Google Shape;178;p65"/>
                <p:cNvSpPr/>
                <p:nvPr/>
              </p:nvSpPr>
              <p:spPr>
                <a:xfrm rot="2700000">
                  <a:off x="21600" y="561600"/>
                  <a:ext cx="345240" cy="330840"/>
                </a:xfrm>
                <a:custGeom>
                  <a:avLst/>
                  <a:gdLst>
                    <a:gd name="textAreaLeft" fmla="*/ 0 w 345240"/>
                    <a:gd name="textAreaRight" fmla="*/ 345600 w 345240"/>
                    <a:gd name="textAreaTop" fmla="*/ 0 h 330840"/>
                    <a:gd name="textAreaBottom" fmla="*/ 331200 h 330840"/>
                  </a:gdLst>
                  <a:ahLst/>
                  <a:cxnLst/>
                  <a:rect l="textAreaLeft" t="textAreaTop" r="textAreaRight" b="textAreaBottom"/>
                  <a:pathLst>
                    <a:path w="36902" h="35337">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rotWithShape="0">
                  <a:gsLst>
                    <a:gs pos="0">
                      <a:srgbClr val="9900FF">
                        <a:alpha val="28000"/>
                      </a:srgbClr>
                    </a:gs>
                    <a:gs pos="26000">
                      <a:srgbClr val="F5F8FF"/>
                    </a:gs>
                    <a:gs pos="44000">
                      <a:srgbClr val="FFFFFF">
                        <a:alpha val="0"/>
                      </a:srgbClr>
                    </a:gs>
                    <a:gs pos="82000">
                      <a:srgbClr val="F5F8FF"/>
                    </a:gs>
                    <a:gs pos="100000">
                      <a:srgbClr val="F5F8FF"/>
                    </a:gs>
                  </a:gsLst>
                  <a:lin ang="135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grpSp>
              <p:nvGrpSpPr>
                <p:cNvPr id="804" name="Google Shape;179;p65"/>
                <p:cNvGrpSpPr/>
                <p:nvPr/>
              </p:nvGrpSpPr>
              <p:grpSpPr>
                <a:xfrm>
                  <a:off x="0" y="588960"/>
                  <a:ext cx="387360" cy="222840"/>
                  <a:chOff x="0" y="588960"/>
                  <a:chExt cx="387360" cy="222840"/>
                </a:xfrm>
              </p:grpSpPr>
              <p:sp>
                <p:nvSpPr>
                  <p:cNvPr id="805" name="Google Shape;180;p65"/>
                  <p:cNvSpPr/>
                  <p:nvPr/>
                </p:nvSpPr>
                <p:spPr>
                  <a:xfrm rot="2700000">
                    <a:off x="32400" y="621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39" y="27121"/>
                        </a:lnTo>
                        <a:lnTo>
                          <a:pt x="27120" y="26740"/>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endParaRPr lang="fr-FR" sz="1400" b="0" strike="noStrike" spc="-1">
                      <a:solidFill>
                        <a:srgbClr val="000000"/>
                      </a:solidFill>
                      <a:latin typeface="Arial"/>
                      <a:ea typeface="Arial"/>
                    </a:endParaRPr>
                  </a:p>
                </p:txBody>
              </p:sp>
              <p:sp>
                <p:nvSpPr>
                  <p:cNvPr id="806" name="Google Shape;181;p65"/>
                  <p:cNvSpPr/>
                  <p:nvPr/>
                </p:nvSpPr>
                <p:spPr>
                  <a:xfrm rot="2700000">
                    <a:off x="114840" y="621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1" y="381"/>
                        </a:lnTo>
                        <a:lnTo>
                          <a:pt x="26740" y="27120"/>
                        </a:lnTo>
                        <a:lnTo>
                          <a:pt x="27121" y="26755"/>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endParaRPr lang="fr-FR" sz="1400" b="0" strike="noStrike" spc="-1">
                      <a:solidFill>
                        <a:srgbClr val="000000"/>
                      </a:solidFill>
                      <a:latin typeface="Arial"/>
                      <a:ea typeface="Arial"/>
                    </a:endParaRPr>
                  </a:p>
                </p:txBody>
              </p:sp>
              <p:sp>
                <p:nvSpPr>
                  <p:cNvPr id="807" name="Google Shape;182;p65"/>
                  <p:cNvSpPr/>
                  <p:nvPr/>
                </p:nvSpPr>
                <p:spPr>
                  <a:xfrm rot="2700000">
                    <a:off x="155520" y="621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1" y="1"/>
                        </a:moveTo>
                        <a:lnTo>
                          <a:pt x="0" y="382"/>
                        </a:lnTo>
                        <a:lnTo>
                          <a:pt x="26755" y="27121"/>
                        </a:lnTo>
                        <a:lnTo>
                          <a:pt x="27120" y="26755"/>
                        </a:lnTo>
                        <a:lnTo>
                          <a:pt x="381"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endParaRPr lang="fr-FR" sz="1400" b="0" strike="noStrike" spc="-1">
                      <a:solidFill>
                        <a:srgbClr val="000000"/>
                      </a:solidFill>
                      <a:latin typeface="Arial"/>
                      <a:ea typeface="Arial"/>
                    </a:endParaRPr>
                  </a:p>
                </p:txBody>
              </p:sp>
              <p:sp>
                <p:nvSpPr>
                  <p:cNvPr id="808" name="Google Shape;183;p65"/>
                  <p:cNvSpPr/>
                  <p:nvPr/>
                </p:nvSpPr>
                <p:spPr>
                  <a:xfrm rot="2700000">
                    <a:off x="73440" y="621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66" y="1"/>
                        </a:moveTo>
                        <a:lnTo>
                          <a:pt x="0" y="382"/>
                        </a:lnTo>
                        <a:lnTo>
                          <a:pt x="26739" y="27121"/>
                        </a:lnTo>
                        <a:lnTo>
                          <a:pt x="27120" y="26740"/>
                        </a:lnTo>
                        <a:lnTo>
                          <a:pt x="366"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endParaRPr lang="fr-FR" sz="1400" b="0" strike="noStrike" spc="-1">
                      <a:solidFill>
                        <a:srgbClr val="000000"/>
                      </a:solidFill>
                      <a:latin typeface="Arial"/>
                      <a:ea typeface="Arial"/>
                    </a:endParaRPr>
                  </a:p>
                </p:txBody>
              </p:sp>
              <p:sp>
                <p:nvSpPr>
                  <p:cNvPr id="809" name="Google Shape;184;p65"/>
                  <p:cNvSpPr/>
                  <p:nvPr/>
                </p:nvSpPr>
                <p:spPr>
                  <a:xfrm rot="2700000">
                    <a:off x="196920" y="62136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27121" h="27121">
                        <a:moveTo>
                          <a:pt x="382" y="1"/>
                        </a:moveTo>
                        <a:lnTo>
                          <a:pt x="1" y="382"/>
                        </a:lnTo>
                        <a:lnTo>
                          <a:pt x="26740" y="27121"/>
                        </a:lnTo>
                        <a:lnTo>
                          <a:pt x="27121" y="26740"/>
                        </a:lnTo>
                        <a:lnTo>
                          <a:pt x="382" y="1"/>
                        </a:lnTo>
                        <a:close/>
                      </a:path>
                    </a:pathLst>
                  </a:custGeom>
                  <a:gradFill rotWithShape="0">
                    <a:gsLst>
                      <a:gs pos="0">
                        <a:srgbClr val="9900FF">
                          <a:alpha val="47000"/>
                        </a:srgbClr>
                      </a:gs>
                      <a:gs pos="100000">
                        <a:srgbClr val="FFFFFF">
                          <a:alpha val="47000"/>
                        </a:srgbClr>
                      </a:gs>
                    </a:gsLst>
                    <a:lin ang="5400000"/>
                  </a:gradFill>
                  <a:ln w="0">
                    <a:noFill/>
                  </a:ln>
                </p:spPr>
                <p:style>
                  <a:lnRef idx="0">
                    <a:scrgbClr r="0" g="0" b="0"/>
                  </a:lnRef>
                  <a:fillRef idx="0">
                    <a:scrgbClr r="0" g="0" b="0"/>
                  </a:fillRef>
                  <a:effectRef idx="0">
                    <a:scrgbClr r="0" g="0" b="0"/>
                  </a:effectRef>
                  <a:fontRef idx="minor"/>
                </p:style>
                <p:txBody>
                  <a:bodyPr tIns="78840" bIns="78840" anchor="ctr">
                    <a:noAutofit/>
                  </a:bodyPr>
                  <a:lstStyle/>
                  <a:p>
                    <a:endParaRPr lang="fr-FR" sz="1400" b="0" strike="noStrike" spc="-1">
                      <a:solidFill>
                        <a:srgbClr val="000000"/>
                      </a:solidFill>
                      <a:latin typeface="Arial"/>
                      <a:ea typeface="Arial"/>
                    </a:endParaRPr>
                  </a:p>
                </p:txBody>
              </p:sp>
            </p:grpSp>
          </p:grpSp>
          <p:sp>
            <p:nvSpPr>
              <p:cNvPr id="810" name="Google Shape;185;p65"/>
              <p:cNvSpPr/>
              <p:nvPr/>
            </p:nvSpPr>
            <p:spPr>
              <a:xfrm rot="18900000">
                <a:off x="286560" y="567360"/>
                <a:ext cx="324360" cy="257760"/>
              </a:xfrm>
              <a:custGeom>
                <a:avLst/>
                <a:gdLst>
                  <a:gd name="textAreaLeft" fmla="*/ 0 w 324360"/>
                  <a:gd name="textAreaRight" fmla="*/ 324720 w 324360"/>
                  <a:gd name="textAreaTop" fmla="*/ 0 h 257760"/>
                  <a:gd name="textAreaBottom" fmla="*/ 258120 h 257760"/>
                </a:gdLst>
                <a:ahLst/>
                <a:cxnLst/>
                <a:rect l="textAreaLeft" t="textAreaTop" r="textAreaRight" b="textAreaBottom"/>
                <a:pathLst>
                  <a:path w="44612" h="3544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grpSp>
        <p:grpSp>
          <p:nvGrpSpPr>
            <p:cNvPr id="811" name="Google Shape;186;p65"/>
            <p:cNvGrpSpPr/>
            <p:nvPr/>
          </p:nvGrpSpPr>
          <p:grpSpPr>
            <a:xfrm>
              <a:off x="-293760" y="-1717200"/>
              <a:ext cx="3921840" cy="4161240"/>
              <a:chOff x="-293760" y="-1717200"/>
              <a:chExt cx="3921840" cy="4161240"/>
            </a:xfrm>
          </p:grpSpPr>
          <p:sp>
            <p:nvSpPr>
              <p:cNvPr id="812" name="Google Shape;187;p65"/>
              <p:cNvSpPr/>
              <p:nvPr/>
            </p:nvSpPr>
            <p:spPr>
              <a:xfrm rot="13500000">
                <a:off x="613800" y="-1485720"/>
                <a:ext cx="1997640" cy="3242880"/>
              </a:xfrm>
              <a:custGeom>
                <a:avLst/>
                <a:gdLst>
                  <a:gd name="textAreaLeft" fmla="*/ 0 w 1997640"/>
                  <a:gd name="textAreaRight" fmla="*/ 1998000 w 1997640"/>
                  <a:gd name="textAreaTop" fmla="*/ 0 h 3242880"/>
                  <a:gd name="textAreaBottom" fmla="*/ 3243240 h 324288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813" name="Google Shape;188;p65"/>
              <p:cNvSpPr/>
              <p:nvPr/>
            </p:nvSpPr>
            <p:spPr>
              <a:xfrm rot="13500000">
                <a:off x="164520" y="-283680"/>
                <a:ext cx="1852920" cy="1936800"/>
              </a:xfrm>
              <a:custGeom>
                <a:avLst/>
                <a:gdLst>
                  <a:gd name="textAreaLeft" fmla="*/ 0 w 1852920"/>
                  <a:gd name="textAreaRight" fmla="*/ 1853280 w 1852920"/>
                  <a:gd name="textAreaTop" fmla="*/ 0 h 1936800"/>
                  <a:gd name="textAreaBottom" fmla="*/ 1937160 h 193680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814" name="Google Shape;189;p65"/>
              <p:cNvSpPr/>
              <p:nvPr/>
            </p:nvSpPr>
            <p:spPr>
              <a:xfrm rot="13500000">
                <a:off x="398160" y="-1020960"/>
                <a:ext cx="2538000" cy="3008520"/>
              </a:xfrm>
              <a:custGeom>
                <a:avLst/>
                <a:gdLst>
                  <a:gd name="textAreaLeft" fmla="*/ 0 w 2538000"/>
                  <a:gd name="textAreaRight" fmla="*/ 2538360 w 2538000"/>
                  <a:gd name="textAreaTop" fmla="*/ 0 h 3008520"/>
                  <a:gd name="textAreaBottom" fmla="*/ 3008880 h 300852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grpSp>
      </p:grpSp>
      <p:sp>
        <p:nvSpPr>
          <p:cNvPr id="815"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svg"/></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816" name="PlaceHolder 1"/>
          <p:cNvSpPr>
            <a:spLocks noGrp="1"/>
          </p:cNvSpPr>
          <p:nvPr>
            <p:ph type="title"/>
          </p:nvPr>
        </p:nvSpPr>
        <p:spPr>
          <a:xfrm>
            <a:off x="1072800" y="1546560"/>
            <a:ext cx="6974280" cy="2466000"/>
          </a:xfrm>
          <a:prstGeom prst="rect">
            <a:avLst/>
          </a:prstGeom>
          <a:noFill/>
          <a:ln w="0">
            <a:noFill/>
          </a:ln>
        </p:spPr>
        <p:txBody>
          <a:bodyPr lIns="91440" tIns="91440" rIns="91440" bIns="91440" anchor="b">
            <a:noAutofit/>
          </a:bodyPr>
          <a:lstStyle/>
          <a:p>
            <a:pPr indent="0">
              <a:lnSpc>
                <a:spcPct val="150000"/>
              </a:lnSpc>
              <a:buNone/>
              <a:tabLst>
                <a:tab pos="0" algn="l"/>
              </a:tabLst>
            </a:pPr>
            <a:r>
              <a:rPr lang="en" sz="4400" b="1" strike="noStrike" spc="-1" dirty="0">
                <a:solidFill>
                  <a:schemeClr val="dk2"/>
                </a:solidFill>
                <a:latin typeface="IBM Plex Mono"/>
                <a:ea typeface="IBM Plex Mono"/>
              </a:rPr>
              <a:t>Zéro Fraude </a:t>
            </a:r>
            <a:r>
              <a:rPr lang="en" sz="4400" b="1" strike="noStrike" spc="-1" dirty="0">
                <a:solidFill>
                  <a:schemeClr val="dk1"/>
                </a:solidFill>
                <a:latin typeface="IBM Plex Mono"/>
                <a:ea typeface="IBM Plex Mono"/>
              </a:rPr>
              <a:t>: Pour une Sécurité Sociale Durable </a:t>
            </a:r>
            <a:endParaRPr lang="fr-FR" sz="4400" b="0" strike="noStrike" spc="-1" dirty="0">
              <a:solidFill>
                <a:srgbClr val="000000"/>
              </a:solidFill>
              <a:latin typeface="Arial"/>
            </a:endParaRPr>
          </a:p>
        </p:txBody>
      </p:sp>
      <p:grpSp>
        <p:nvGrpSpPr>
          <p:cNvPr id="817" name="Google Shape;1389;p1"/>
          <p:cNvGrpSpPr/>
          <p:nvPr/>
        </p:nvGrpSpPr>
        <p:grpSpPr>
          <a:xfrm>
            <a:off x="1096560" y="4051800"/>
            <a:ext cx="3936600" cy="133560"/>
            <a:chOff x="1096560" y="4051800"/>
            <a:chExt cx="3936600" cy="133560"/>
          </a:xfrm>
        </p:grpSpPr>
        <p:cxnSp>
          <p:nvCxnSpPr>
            <p:cNvPr id="818" name="Google Shape;1390;p1"/>
            <p:cNvCxnSpPr/>
            <p:nvPr/>
          </p:nvCxnSpPr>
          <p:spPr>
            <a:xfrm>
              <a:off x="1096560" y="4118760"/>
              <a:ext cx="3841200" cy="360"/>
            </a:xfrm>
            <a:prstGeom prst="straightConnector1">
              <a:avLst/>
            </a:prstGeom>
            <a:ln w="9525">
              <a:solidFill>
                <a:srgbClr val="0C0A9E"/>
              </a:solidFill>
              <a:round/>
            </a:ln>
          </p:spPr>
        </p:cxnSp>
        <p:grpSp>
          <p:nvGrpSpPr>
            <p:cNvPr id="819" name="Google Shape;1391;p1"/>
            <p:cNvGrpSpPr/>
            <p:nvPr/>
          </p:nvGrpSpPr>
          <p:grpSpPr>
            <a:xfrm>
              <a:off x="4899600" y="4051800"/>
              <a:ext cx="133560" cy="133560"/>
              <a:chOff x="4899600" y="4051800"/>
              <a:chExt cx="133560" cy="133560"/>
            </a:xfrm>
          </p:grpSpPr>
          <p:sp>
            <p:nvSpPr>
              <p:cNvPr id="820" name="Google Shape;1392;p1"/>
              <p:cNvSpPr/>
              <p:nvPr/>
            </p:nvSpPr>
            <p:spPr>
              <a:xfrm>
                <a:off x="4929480" y="408204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21" name="Google Shape;1393;p1"/>
              <p:cNvSpPr/>
              <p:nvPr/>
            </p:nvSpPr>
            <p:spPr>
              <a:xfrm>
                <a:off x="4899600" y="4051800"/>
                <a:ext cx="133560" cy="13356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822" name="Google Shape;1394;p1"/>
          <p:cNvGrpSpPr/>
          <p:nvPr/>
        </p:nvGrpSpPr>
        <p:grpSpPr>
          <a:xfrm>
            <a:off x="8017920" y="-313560"/>
            <a:ext cx="133560" cy="1890360"/>
            <a:chOff x="8017920" y="-313560"/>
            <a:chExt cx="133560" cy="1890360"/>
          </a:xfrm>
        </p:grpSpPr>
        <p:sp>
          <p:nvSpPr>
            <p:cNvPr id="823" name="Google Shape;1395;p1"/>
            <p:cNvSpPr/>
            <p:nvPr/>
          </p:nvSpPr>
          <p:spPr>
            <a:xfrm rot="5400000">
              <a:off x="8017920" y="1443240"/>
              <a:ext cx="133560" cy="13356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824" name="Google Shape;1396;p1"/>
            <p:cNvCxnSpPr/>
            <p:nvPr/>
          </p:nvCxnSpPr>
          <p:spPr>
            <a:xfrm>
              <a:off x="8084160" y="-313560"/>
              <a:ext cx="360" cy="1794960"/>
            </a:xfrm>
            <a:prstGeom prst="straightConnector1">
              <a:avLst/>
            </a:prstGeom>
            <a:ln w="9525">
              <a:solidFill>
                <a:srgbClr val="0C0A9E"/>
              </a:solidFill>
              <a:round/>
            </a:ln>
          </p:spPr>
        </p:cxnSp>
        <p:sp>
          <p:nvSpPr>
            <p:cNvPr id="825" name="Google Shape;1397;p1"/>
            <p:cNvSpPr/>
            <p:nvPr/>
          </p:nvSpPr>
          <p:spPr>
            <a:xfrm rot="5400000">
              <a:off x="8047800" y="14734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826" name="Google Shape;1398;p1"/>
          <p:cNvGrpSpPr/>
          <p:nvPr/>
        </p:nvGrpSpPr>
        <p:grpSpPr>
          <a:xfrm>
            <a:off x="6309360" y="957600"/>
            <a:ext cx="3504960" cy="5118840"/>
            <a:chOff x="6309360" y="957600"/>
            <a:chExt cx="3504960" cy="5118840"/>
          </a:xfrm>
        </p:grpSpPr>
        <p:sp>
          <p:nvSpPr>
            <p:cNvPr id="827" name="Google Shape;1399;p1"/>
            <p:cNvSpPr/>
            <p:nvPr/>
          </p:nvSpPr>
          <p:spPr>
            <a:xfrm>
              <a:off x="6309360" y="95760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nvGrpSpPr>
            <p:cNvPr id="828" name="Google Shape;1400;p1"/>
            <p:cNvGrpSpPr/>
            <p:nvPr/>
          </p:nvGrpSpPr>
          <p:grpSpPr>
            <a:xfrm>
              <a:off x="7728480" y="3644640"/>
              <a:ext cx="133560" cy="133560"/>
              <a:chOff x="7728480" y="3644640"/>
              <a:chExt cx="133560" cy="133560"/>
            </a:xfrm>
          </p:grpSpPr>
          <p:sp>
            <p:nvSpPr>
              <p:cNvPr id="829" name="Google Shape;1401;p1"/>
              <p:cNvSpPr/>
              <p:nvPr/>
            </p:nvSpPr>
            <p:spPr>
              <a:xfrm>
                <a:off x="7728480" y="364464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30" name="Google Shape;1402;p1"/>
              <p:cNvSpPr/>
              <p:nvPr/>
            </p:nvSpPr>
            <p:spPr>
              <a:xfrm>
                <a:off x="7747200" y="3663360"/>
                <a:ext cx="95760" cy="9576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831" name="Google Shape;1403;p1"/>
            <p:cNvGrpSpPr/>
            <p:nvPr/>
          </p:nvGrpSpPr>
          <p:grpSpPr>
            <a:xfrm>
              <a:off x="7344360" y="3270960"/>
              <a:ext cx="133560" cy="133560"/>
              <a:chOff x="7344360" y="3270960"/>
              <a:chExt cx="133560" cy="133560"/>
            </a:xfrm>
          </p:grpSpPr>
          <p:sp>
            <p:nvSpPr>
              <p:cNvPr id="832" name="Google Shape;1404;p1"/>
              <p:cNvSpPr/>
              <p:nvPr/>
            </p:nvSpPr>
            <p:spPr>
              <a:xfrm>
                <a:off x="7344360" y="327096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33" name="Google Shape;1405;p1"/>
              <p:cNvSpPr/>
              <p:nvPr/>
            </p:nvSpPr>
            <p:spPr>
              <a:xfrm>
                <a:off x="7363440" y="3289680"/>
                <a:ext cx="95760" cy="9576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834" name="Google Shape;1406;p1"/>
            <p:cNvGrpSpPr/>
            <p:nvPr/>
          </p:nvGrpSpPr>
          <p:grpSpPr>
            <a:xfrm>
              <a:off x="8337960" y="2584440"/>
              <a:ext cx="133560" cy="133560"/>
              <a:chOff x="8337960" y="2584440"/>
              <a:chExt cx="133560" cy="133560"/>
            </a:xfrm>
          </p:grpSpPr>
          <p:sp>
            <p:nvSpPr>
              <p:cNvPr id="835" name="Google Shape;1407;p1"/>
              <p:cNvSpPr/>
              <p:nvPr/>
            </p:nvSpPr>
            <p:spPr>
              <a:xfrm>
                <a:off x="8337960" y="2584440"/>
                <a:ext cx="133560" cy="13356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47160" bIns="4716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36" name="Google Shape;1408;p1"/>
              <p:cNvSpPr/>
              <p:nvPr/>
            </p:nvSpPr>
            <p:spPr>
              <a:xfrm>
                <a:off x="8356680" y="2603520"/>
                <a:ext cx="95760" cy="9576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33840" bIns="338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837" name="Google Shape;1409;p1"/>
            <p:cNvSpPr/>
            <p:nvPr/>
          </p:nvSpPr>
          <p:spPr>
            <a:xfrm rot="5400000">
              <a:off x="7687440" y="1143360"/>
              <a:ext cx="1420560" cy="2832840"/>
            </a:xfrm>
            <a:custGeom>
              <a:avLst/>
              <a:gdLst>
                <a:gd name="textAreaLeft" fmla="*/ 0 w 1420560"/>
                <a:gd name="textAreaRight" fmla="*/ 1420920 w 1420560"/>
                <a:gd name="textAreaTop" fmla="*/ 0 h 2832840"/>
                <a:gd name="textAreaBottom" fmla="*/ 2833200 h 2832840"/>
              </a:gdLst>
              <a:ahLst/>
              <a:cxnLst/>
              <a:rect l="textAreaLeft" t="textAreaTop" r="textAreaRight" b="textAreaBottom"/>
              <a:pathLst>
                <a:path w="34647" h="69081">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rotWithShape="0">
              <a:gsLst>
                <a:gs pos="0">
                  <a:srgbClr val="0C0A9E"/>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2" name="PlaceHolder 2">
            <a:extLst>
              <a:ext uri="{FF2B5EF4-FFF2-40B4-BE49-F238E27FC236}">
                <a16:creationId xmlns:a16="http://schemas.microsoft.com/office/drawing/2014/main" id="{45A1B740-8D04-D277-84A6-108E7501E937}"/>
              </a:ext>
            </a:extLst>
          </p:cNvPr>
          <p:cNvSpPr>
            <a:spLocks noGrp="1"/>
          </p:cNvSpPr>
          <p:nvPr>
            <p:ph type="subTitle"/>
          </p:nvPr>
        </p:nvSpPr>
        <p:spPr>
          <a:xfrm>
            <a:off x="433412" y="555480"/>
            <a:ext cx="4802458" cy="402120"/>
          </a:xfrm>
          <a:prstGeom prst="rect">
            <a:avLst/>
          </a:prstGeom>
          <a:noFill/>
          <a:ln w="0">
            <a:noFill/>
          </a:ln>
        </p:spPr>
        <p:txBody>
          <a:bodyPr lIns="91440" tIns="91440" rIns="91440" bIns="91440" anchor="b">
            <a:noAutofit/>
          </a:bodyPr>
          <a:lstStyle/>
          <a:p>
            <a:pPr indent="0" algn="ctr">
              <a:lnSpc>
                <a:spcPct val="115000"/>
              </a:lnSpc>
              <a:buNone/>
              <a:tabLst>
                <a:tab pos="0" algn="l"/>
              </a:tabLst>
            </a:pPr>
            <a:r>
              <a:rPr lang="en" sz="1800" b="1" strike="noStrike" spc="-1" dirty="0">
                <a:solidFill>
                  <a:schemeClr val="dk1"/>
                </a:solidFill>
                <a:latin typeface="Poppins"/>
                <a:ea typeface="Times New Roman"/>
              </a:rPr>
              <a:t>L’équipe de </a:t>
            </a:r>
            <a:r>
              <a:rPr lang="en" sz="1800" b="1" strike="noStrike" spc="-1" dirty="0">
                <a:solidFill>
                  <a:schemeClr val="accent1">
                    <a:lumMod val="40000"/>
                    <a:lumOff val="60000"/>
                  </a:schemeClr>
                </a:solidFill>
                <a:latin typeface="Poppins"/>
                <a:ea typeface="Times New Roman"/>
              </a:rPr>
              <a:t>HexaThink</a:t>
            </a:r>
            <a:r>
              <a:rPr lang="en" sz="1800" b="1" strike="noStrike" spc="-1" dirty="0">
                <a:solidFill>
                  <a:schemeClr val="dk1"/>
                </a:solidFill>
                <a:latin typeface="Poppins"/>
                <a:ea typeface="Times New Roman"/>
              </a:rPr>
              <a:t> vous présente </a:t>
            </a:r>
            <a:endParaRPr lang="fr-FR" sz="18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16"/>
                                        </p:tgtEl>
                                        <p:attrNameLst>
                                          <p:attrName>style.visibility</p:attrName>
                                        </p:attrNameLst>
                                      </p:cBhvr>
                                      <p:to>
                                        <p:strVal val="visible"/>
                                      </p:to>
                                    </p:set>
                                    <p:animEffect transition="in" filter="fade">
                                      <p:cBhvr>
                                        <p:cTn id="14" dur="1000"/>
                                        <p:tgtEl>
                                          <p:spTgt spid="816"/>
                                        </p:tgtEl>
                                      </p:cBhvr>
                                    </p:animEffect>
                                    <p:anim calcmode="lin" valueType="num">
                                      <p:cBhvr>
                                        <p:cTn id="15" dur="1000" fill="hold"/>
                                        <p:tgtEl>
                                          <p:spTgt spid="816"/>
                                        </p:tgtEl>
                                        <p:attrNameLst>
                                          <p:attrName>ppt_x</p:attrName>
                                        </p:attrNameLst>
                                      </p:cBhvr>
                                      <p:tavLst>
                                        <p:tav tm="0">
                                          <p:val>
                                            <p:strVal val="#ppt_x"/>
                                          </p:val>
                                        </p:tav>
                                        <p:tav tm="100000">
                                          <p:val>
                                            <p:strVal val="#ppt_x"/>
                                          </p:val>
                                        </p:tav>
                                      </p:tavLst>
                                    </p:anim>
                                    <p:anim calcmode="lin" valueType="num">
                                      <p:cBhvr>
                                        <p:cTn id="16" dur="1000" fill="hold"/>
                                        <p:tgtEl>
                                          <p:spTgt spid="8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6" grpId="0"/>
      <p:bldP spid="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3200" b="1" strike="noStrike" spc="-1" dirty="0">
                <a:solidFill>
                  <a:schemeClr val="dk2"/>
                </a:solidFill>
                <a:latin typeface="IBM Plex Mono"/>
                <a:ea typeface="IBM Plex Mono"/>
              </a:rPr>
              <a:t>Plan de travail </a:t>
            </a:r>
            <a:endParaRPr lang="fr-FR" sz="3200" b="0" strike="noStrike" spc="-1" dirty="0">
              <a:solidFill>
                <a:srgbClr val="000000"/>
              </a:solidFill>
              <a:latin typeface="Arial"/>
            </a:endParaRPr>
          </a:p>
        </p:txBody>
      </p:sp>
      <p:sp>
        <p:nvSpPr>
          <p:cNvPr id="839" name="PlaceHolder 2"/>
          <p:cNvSpPr>
            <a:spLocks noGrp="1"/>
          </p:cNvSpPr>
          <p:nvPr>
            <p:ph type="subTitle"/>
          </p:nvPr>
        </p:nvSpPr>
        <p:spPr>
          <a:xfrm>
            <a:off x="0" y="1856880"/>
            <a:ext cx="2405160" cy="402120"/>
          </a:xfrm>
          <a:prstGeom prst="rect">
            <a:avLst/>
          </a:prstGeom>
          <a:noFill/>
          <a:ln w="0">
            <a:noFill/>
          </a:ln>
        </p:spPr>
        <p:txBody>
          <a:bodyPr lIns="91440" tIns="91440" rIns="91440" bIns="91440" anchor="b">
            <a:noAutofit/>
          </a:bodyPr>
          <a:lstStyle/>
          <a:p>
            <a:pPr indent="0" algn="ctr">
              <a:lnSpc>
                <a:spcPct val="115000"/>
              </a:lnSpc>
              <a:buNone/>
              <a:tabLst>
                <a:tab pos="0" algn="l"/>
              </a:tabLst>
            </a:pPr>
            <a:r>
              <a:rPr lang="en" sz="1800" b="1" strike="noStrike" spc="-1" dirty="0">
                <a:solidFill>
                  <a:schemeClr val="dk1"/>
                </a:solidFill>
                <a:latin typeface="Poppins"/>
                <a:ea typeface="Times New Roman"/>
              </a:rPr>
              <a:t>Introduction </a:t>
            </a:r>
            <a:endParaRPr lang="fr-FR" sz="1800" b="0" strike="noStrike" spc="-1" dirty="0">
              <a:solidFill>
                <a:srgbClr val="000000"/>
              </a:solidFill>
              <a:latin typeface="Arial"/>
            </a:endParaRPr>
          </a:p>
        </p:txBody>
      </p:sp>
      <p:sp>
        <p:nvSpPr>
          <p:cNvPr id="840" name="PlaceHolder 3"/>
          <p:cNvSpPr>
            <a:spLocks noGrp="1"/>
          </p:cNvSpPr>
          <p:nvPr>
            <p:ph type="subTitle"/>
          </p:nvPr>
        </p:nvSpPr>
        <p:spPr>
          <a:xfrm>
            <a:off x="216000" y="2170980"/>
            <a:ext cx="2660760" cy="603720"/>
          </a:xfrm>
          <a:prstGeom prst="rect">
            <a:avLst/>
          </a:prstGeom>
          <a:noFill/>
          <a:ln w="0">
            <a:noFill/>
          </a:ln>
        </p:spPr>
        <p:txBody>
          <a:bodyPr lIns="91440" tIns="91440" rIns="91440" bIns="91440" anchor="t">
            <a:noAutofit/>
          </a:bodyPr>
          <a:lstStyle/>
          <a:p>
            <a:pPr indent="0" algn="ctr">
              <a:lnSpc>
                <a:spcPct val="115000"/>
              </a:lnSpc>
              <a:buNone/>
              <a:tabLst>
                <a:tab pos="0" algn="l"/>
              </a:tabLst>
            </a:pPr>
            <a:r>
              <a:rPr lang="en" sz="1400" b="0" strike="noStrike" spc="-1" dirty="0">
                <a:solidFill>
                  <a:schemeClr val="dk1"/>
                </a:solidFill>
                <a:latin typeface="Poppins"/>
                <a:ea typeface="Times New Roman"/>
              </a:rPr>
              <a:t>Une urgence silencieuse</a:t>
            </a:r>
            <a:endParaRPr lang="fr-FR" sz="1400" b="0" strike="noStrike" spc="-1" dirty="0">
              <a:solidFill>
                <a:srgbClr val="000000"/>
              </a:solidFill>
              <a:latin typeface="Arial"/>
            </a:endParaRPr>
          </a:p>
        </p:txBody>
      </p:sp>
      <p:sp>
        <p:nvSpPr>
          <p:cNvPr id="841" name="PlaceHolder 4"/>
          <p:cNvSpPr>
            <a:spLocks noGrp="1"/>
          </p:cNvSpPr>
          <p:nvPr>
            <p:ph type="subTitle"/>
          </p:nvPr>
        </p:nvSpPr>
        <p:spPr>
          <a:xfrm>
            <a:off x="3060000" y="2195640"/>
            <a:ext cx="2660760" cy="603720"/>
          </a:xfrm>
          <a:prstGeom prst="rect">
            <a:avLst/>
          </a:prstGeom>
          <a:noFill/>
          <a:ln w="0">
            <a:noFill/>
          </a:ln>
        </p:spPr>
        <p:txBody>
          <a:bodyPr lIns="91440" tIns="91440" rIns="91440" bIns="91440" anchor="t">
            <a:noAutofit/>
          </a:bodyPr>
          <a:lstStyle/>
          <a:p>
            <a:pPr indent="0">
              <a:lnSpc>
                <a:spcPct val="115000"/>
              </a:lnSpc>
              <a:buNone/>
              <a:tabLst>
                <a:tab pos="0" algn="l"/>
              </a:tabLst>
            </a:pPr>
            <a:r>
              <a:rPr lang="en" sz="1400" b="0" strike="noStrike" spc="-1" dirty="0">
                <a:solidFill>
                  <a:schemeClr val="dk1"/>
                </a:solidFill>
                <a:latin typeface="Poppins"/>
                <a:ea typeface="Times New Roman"/>
              </a:rPr>
              <a:t>Digitaliser pour mieux détecter</a:t>
            </a:r>
            <a:endParaRPr lang="fr-FR" sz="1400" b="0" strike="noStrike" spc="-1" dirty="0">
              <a:solidFill>
                <a:srgbClr val="000000"/>
              </a:solidFill>
              <a:latin typeface="Arial"/>
            </a:endParaRPr>
          </a:p>
        </p:txBody>
      </p:sp>
      <p:sp>
        <p:nvSpPr>
          <p:cNvPr id="842" name="PlaceHolder 5"/>
          <p:cNvSpPr>
            <a:spLocks noGrp="1"/>
          </p:cNvSpPr>
          <p:nvPr>
            <p:ph type="subTitle"/>
          </p:nvPr>
        </p:nvSpPr>
        <p:spPr>
          <a:xfrm>
            <a:off x="6178680" y="2170980"/>
            <a:ext cx="2913840" cy="603720"/>
          </a:xfrm>
          <a:prstGeom prst="rect">
            <a:avLst/>
          </a:prstGeom>
          <a:noFill/>
          <a:ln w="0">
            <a:noFill/>
          </a:ln>
        </p:spPr>
        <p:txBody>
          <a:bodyPr lIns="91440" tIns="91440" rIns="91440" bIns="91440" anchor="t">
            <a:noAutofit/>
          </a:bodyPr>
          <a:lstStyle/>
          <a:p>
            <a:pPr indent="0">
              <a:lnSpc>
                <a:spcPct val="115000"/>
              </a:lnSpc>
              <a:buNone/>
              <a:tabLst>
                <a:tab pos="0" algn="l"/>
              </a:tabLst>
            </a:pPr>
            <a:r>
              <a:rPr lang="en" sz="1400" b="0" strike="noStrike" spc="-1" dirty="0">
                <a:solidFill>
                  <a:schemeClr val="dk1"/>
                </a:solidFill>
                <a:latin typeface="Poppins"/>
                <a:ea typeface="Times New Roman"/>
              </a:rPr>
              <a:t>Sécurité, architecture et respect des droits : un tout</a:t>
            </a:r>
            <a:endParaRPr lang="fr-FR" sz="1400" b="0" strike="noStrike" spc="-1" dirty="0">
              <a:solidFill>
                <a:srgbClr val="000000"/>
              </a:solidFill>
              <a:latin typeface="Arial"/>
            </a:endParaRPr>
          </a:p>
          <a:p>
            <a:pPr indent="0" algn="ctr">
              <a:lnSpc>
                <a:spcPct val="115000"/>
              </a:lnSpc>
              <a:buNone/>
              <a:tabLst>
                <a:tab pos="0" algn="l"/>
              </a:tabLst>
            </a:pPr>
            <a:endParaRPr lang="fr-FR" sz="1100" b="0" strike="noStrike" spc="-1" dirty="0">
              <a:solidFill>
                <a:srgbClr val="000000"/>
              </a:solidFill>
              <a:latin typeface="Arial"/>
            </a:endParaRPr>
          </a:p>
        </p:txBody>
      </p:sp>
      <p:sp>
        <p:nvSpPr>
          <p:cNvPr id="843" name="PlaceHolder 6"/>
          <p:cNvSpPr>
            <a:spLocks noGrp="1"/>
          </p:cNvSpPr>
          <p:nvPr>
            <p:ph type="subTitle"/>
          </p:nvPr>
        </p:nvSpPr>
        <p:spPr>
          <a:xfrm>
            <a:off x="1381320" y="4073220"/>
            <a:ext cx="2660760" cy="603720"/>
          </a:xfrm>
          <a:prstGeom prst="rect">
            <a:avLst/>
          </a:prstGeom>
          <a:noFill/>
          <a:ln w="0">
            <a:noFill/>
          </a:ln>
        </p:spPr>
        <p:txBody>
          <a:bodyPr lIns="91440" tIns="91440" rIns="91440" bIns="91440" anchor="t">
            <a:noAutofit/>
          </a:bodyPr>
          <a:lstStyle/>
          <a:p>
            <a:pPr indent="0">
              <a:lnSpc>
                <a:spcPct val="115000"/>
              </a:lnSpc>
              <a:buNone/>
              <a:tabLst>
                <a:tab pos="0" algn="l"/>
              </a:tabLst>
            </a:pPr>
            <a:r>
              <a:rPr lang="en" sz="1400" b="0" strike="noStrike" spc="-1" dirty="0">
                <a:solidFill>
                  <a:schemeClr val="dk1"/>
                </a:solidFill>
                <a:latin typeface="Poppins"/>
                <a:ea typeface="Times New Roman"/>
              </a:rPr>
              <a:t>Voir ce que les chiffres disent (Big Data &amp; IA)</a:t>
            </a:r>
            <a:endParaRPr lang="fr-FR" sz="1400" b="0" strike="noStrike" spc="-1" dirty="0">
              <a:solidFill>
                <a:srgbClr val="000000"/>
              </a:solidFill>
              <a:latin typeface="Arial"/>
            </a:endParaRPr>
          </a:p>
        </p:txBody>
      </p:sp>
      <p:sp>
        <p:nvSpPr>
          <p:cNvPr id="844" name="PlaceHolder 7"/>
          <p:cNvSpPr>
            <a:spLocks noGrp="1"/>
          </p:cNvSpPr>
          <p:nvPr>
            <p:ph type="title"/>
          </p:nvPr>
        </p:nvSpPr>
        <p:spPr>
          <a:xfrm>
            <a:off x="252360" y="1280160"/>
            <a:ext cx="1057320" cy="639720"/>
          </a:xfrm>
          <a:prstGeom prst="rect">
            <a:avLst/>
          </a:prstGeom>
          <a:noFill/>
          <a:ln w="0">
            <a:noFill/>
          </a:ln>
        </p:spPr>
        <p:txBody>
          <a:bodyPr lIns="91440" tIns="91440" rIns="91440" bIns="91440" anchor="b">
            <a:noAutofit/>
          </a:bodyPr>
          <a:lstStyle/>
          <a:p>
            <a:pPr indent="0" algn="ctr">
              <a:lnSpc>
                <a:spcPct val="115000"/>
              </a:lnSpc>
              <a:buNone/>
              <a:tabLst>
                <a:tab pos="0" algn="l"/>
              </a:tabLst>
            </a:pPr>
            <a:r>
              <a:rPr lang="en" sz="3000" b="1" strike="noStrike" spc="-1" dirty="0">
                <a:solidFill>
                  <a:schemeClr val="dk2"/>
                </a:solidFill>
                <a:latin typeface="Poppins"/>
                <a:ea typeface="Poppins"/>
              </a:rPr>
              <a:t>01</a:t>
            </a:r>
            <a:endParaRPr lang="fr-FR" sz="3000" b="0" strike="noStrike" spc="-1" dirty="0">
              <a:solidFill>
                <a:srgbClr val="000000"/>
              </a:solidFill>
              <a:latin typeface="Arial"/>
            </a:endParaRPr>
          </a:p>
        </p:txBody>
      </p:sp>
      <p:sp>
        <p:nvSpPr>
          <p:cNvPr id="845" name="PlaceHolder 8"/>
          <p:cNvSpPr>
            <a:spLocks noGrp="1"/>
          </p:cNvSpPr>
          <p:nvPr>
            <p:ph type="title"/>
          </p:nvPr>
        </p:nvSpPr>
        <p:spPr>
          <a:xfrm>
            <a:off x="6172560" y="1285561"/>
            <a:ext cx="1057320" cy="639720"/>
          </a:xfrm>
          <a:prstGeom prst="rect">
            <a:avLst/>
          </a:prstGeom>
          <a:noFill/>
          <a:ln w="0">
            <a:noFill/>
          </a:ln>
        </p:spPr>
        <p:txBody>
          <a:bodyPr lIns="91440" tIns="91440" rIns="91440" bIns="91440" anchor="b">
            <a:noAutofit/>
          </a:bodyPr>
          <a:lstStyle/>
          <a:p>
            <a:pPr indent="0" algn="ctr">
              <a:lnSpc>
                <a:spcPct val="115000"/>
              </a:lnSpc>
              <a:buNone/>
              <a:tabLst>
                <a:tab pos="0" algn="l"/>
              </a:tabLst>
            </a:pPr>
            <a:r>
              <a:rPr lang="en" sz="3000" b="1" strike="noStrike" spc="-1" dirty="0">
                <a:solidFill>
                  <a:schemeClr val="dk2"/>
                </a:solidFill>
                <a:latin typeface="Poppins"/>
                <a:ea typeface="Poppins"/>
              </a:rPr>
              <a:t>03</a:t>
            </a:r>
            <a:endParaRPr lang="fr-FR" sz="3000" b="0" strike="noStrike" spc="-1" dirty="0">
              <a:solidFill>
                <a:srgbClr val="000000"/>
              </a:solidFill>
              <a:latin typeface="Arial"/>
            </a:endParaRPr>
          </a:p>
        </p:txBody>
      </p:sp>
      <p:sp>
        <p:nvSpPr>
          <p:cNvPr id="846" name="PlaceHolder 9"/>
          <p:cNvSpPr>
            <a:spLocks noGrp="1"/>
          </p:cNvSpPr>
          <p:nvPr>
            <p:ph type="title"/>
          </p:nvPr>
        </p:nvSpPr>
        <p:spPr>
          <a:xfrm>
            <a:off x="3060000" y="1302660"/>
            <a:ext cx="1057320" cy="639720"/>
          </a:xfrm>
          <a:prstGeom prst="rect">
            <a:avLst/>
          </a:prstGeom>
          <a:noFill/>
          <a:ln w="0">
            <a:noFill/>
          </a:ln>
        </p:spPr>
        <p:txBody>
          <a:bodyPr lIns="91440" tIns="91440" rIns="91440" bIns="91440" anchor="b">
            <a:noAutofit/>
          </a:bodyPr>
          <a:lstStyle/>
          <a:p>
            <a:pPr indent="0" algn="ctr">
              <a:lnSpc>
                <a:spcPct val="115000"/>
              </a:lnSpc>
              <a:buNone/>
              <a:tabLst>
                <a:tab pos="0" algn="l"/>
              </a:tabLst>
            </a:pPr>
            <a:r>
              <a:rPr lang="en" sz="3000" b="1" strike="noStrike" spc="-1" dirty="0">
                <a:solidFill>
                  <a:schemeClr val="dk2"/>
                </a:solidFill>
                <a:latin typeface="Poppins"/>
                <a:ea typeface="Poppins"/>
              </a:rPr>
              <a:t>02</a:t>
            </a:r>
            <a:endParaRPr lang="fr-FR" sz="3000" b="0" strike="noStrike" spc="-1" dirty="0">
              <a:solidFill>
                <a:srgbClr val="000000"/>
              </a:solidFill>
              <a:latin typeface="Arial"/>
            </a:endParaRPr>
          </a:p>
        </p:txBody>
      </p:sp>
      <p:sp>
        <p:nvSpPr>
          <p:cNvPr id="847" name="PlaceHolder 10"/>
          <p:cNvSpPr>
            <a:spLocks noGrp="1"/>
          </p:cNvSpPr>
          <p:nvPr>
            <p:ph type="title"/>
          </p:nvPr>
        </p:nvSpPr>
        <p:spPr>
          <a:xfrm>
            <a:off x="1381320" y="3218400"/>
            <a:ext cx="1057320" cy="639720"/>
          </a:xfrm>
          <a:prstGeom prst="rect">
            <a:avLst/>
          </a:prstGeom>
          <a:noFill/>
          <a:ln w="0">
            <a:noFill/>
          </a:ln>
        </p:spPr>
        <p:txBody>
          <a:bodyPr lIns="91440" tIns="91440" rIns="91440" bIns="91440" anchor="b">
            <a:noAutofit/>
          </a:bodyPr>
          <a:lstStyle/>
          <a:p>
            <a:pPr indent="0" algn="ctr">
              <a:lnSpc>
                <a:spcPct val="115000"/>
              </a:lnSpc>
              <a:buNone/>
              <a:tabLst>
                <a:tab pos="0" algn="l"/>
              </a:tabLst>
            </a:pPr>
            <a:r>
              <a:rPr lang="en" sz="3000" b="1" strike="noStrike" spc="-1" dirty="0">
                <a:solidFill>
                  <a:schemeClr val="dk2"/>
                </a:solidFill>
                <a:latin typeface="Poppins"/>
                <a:ea typeface="Poppins"/>
              </a:rPr>
              <a:t>04</a:t>
            </a:r>
            <a:endParaRPr lang="fr-FR" sz="3000" b="0" strike="noStrike" spc="-1" dirty="0">
              <a:solidFill>
                <a:srgbClr val="000000"/>
              </a:solidFill>
              <a:latin typeface="Arial"/>
            </a:endParaRPr>
          </a:p>
        </p:txBody>
      </p:sp>
      <p:sp>
        <p:nvSpPr>
          <p:cNvPr id="848" name="PlaceHolder 11"/>
          <p:cNvSpPr>
            <a:spLocks noGrp="1"/>
          </p:cNvSpPr>
          <p:nvPr>
            <p:ph type="subTitle"/>
          </p:nvPr>
        </p:nvSpPr>
        <p:spPr>
          <a:xfrm>
            <a:off x="3060000" y="1857780"/>
            <a:ext cx="1800000" cy="420840"/>
          </a:xfrm>
          <a:prstGeom prst="rect">
            <a:avLst/>
          </a:prstGeom>
          <a:noFill/>
          <a:ln w="0">
            <a:noFill/>
          </a:ln>
        </p:spPr>
        <p:txBody>
          <a:bodyPr lIns="91440" tIns="91440" rIns="91440" bIns="91440" anchor="b">
            <a:noAutofit/>
          </a:bodyPr>
          <a:lstStyle/>
          <a:p>
            <a:pPr indent="0">
              <a:lnSpc>
                <a:spcPct val="115000"/>
              </a:lnSpc>
              <a:buNone/>
              <a:tabLst>
                <a:tab pos="0" algn="l"/>
              </a:tabLst>
            </a:pPr>
            <a:r>
              <a:rPr lang="en" sz="1800" b="1" strike="noStrike" spc="-1">
                <a:solidFill>
                  <a:schemeClr val="dk1"/>
                </a:solidFill>
                <a:latin typeface="Poppins"/>
                <a:ea typeface="Times New Roman"/>
              </a:rPr>
              <a:t>Solution</a:t>
            </a:r>
            <a:endParaRPr lang="fr-FR" sz="1800" b="0" strike="noStrike" spc="-1">
              <a:solidFill>
                <a:srgbClr val="000000"/>
              </a:solidFill>
              <a:latin typeface="Arial"/>
            </a:endParaRPr>
          </a:p>
        </p:txBody>
      </p:sp>
      <p:sp>
        <p:nvSpPr>
          <p:cNvPr id="849" name="PlaceHolder 12"/>
          <p:cNvSpPr>
            <a:spLocks noGrp="1"/>
          </p:cNvSpPr>
          <p:nvPr>
            <p:ph type="subTitle"/>
          </p:nvPr>
        </p:nvSpPr>
        <p:spPr>
          <a:xfrm>
            <a:off x="5435640" y="1841401"/>
            <a:ext cx="3233520" cy="402120"/>
          </a:xfrm>
          <a:prstGeom prst="rect">
            <a:avLst/>
          </a:prstGeom>
          <a:noFill/>
          <a:ln w="0">
            <a:noFill/>
          </a:ln>
        </p:spPr>
        <p:txBody>
          <a:bodyPr lIns="91440" tIns="91440" rIns="91440" bIns="91440" anchor="b">
            <a:noAutofit/>
          </a:bodyPr>
          <a:lstStyle/>
          <a:p>
            <a:pPr indent="0" algn="ctr">
              <a:lnSpc>
                <a:spcPct val="115000"/>
              </a:lnSpc>
              <a:buNone/>
              <a:tabLst>
                <a:tab pos="0" algn="l"/>
              </a:tabLst>
            </a:pPr>
            <a:r>
              <a:rPr lang="en" sz="1800" b="1" strike="noStrike" spc="-1" dirty="0">
                <a:solidFill>
                  <a:schemeClr val="dk1"/>
                </a:solidFill>
                <a:latin typeface="Poppins"/>
                <a:ea typeface="IBM Plex Mono"/>
              </a:rPr>
              <a:t>Mécanisme </a:t>
            </a:r>
            <a:endParaRPr lang="fr-FR" sz="1800" b="0" strike="noStrike" spc="-1" dirty="0">
              <a:solidFill>
                <a:srgbClr val="000000"/>
              </a:solidFill>
              <a:latin typeface="Arial"/>
            </a:endParaRPr>
          </a:p>
        </p:txBody>
      </p:sp>
      <p:sp>
        <p:nvSpPr>
          <p:cNvPr id="850" name="PlaceHolder 13"/>
          <p:cNvSpPr>
            <a:spLocks noGrp="1"/>
          </p:cNvSpPr>
          <p:nvPr>
            <p:ph type="subTitle"/>
          </p:nvPr>
        </p:nvSpPr>
        <p:spPr>
          <a:xfrm>
            <a:off x="1338480" y="3774420"/>
            <a:ext cx="3233520" cy="402120"/>
          </a:xfrm>
          <a:prstGeom prst="rect">
            <a:avLst/>
          </a:prstGeom>
          <a:noFill/>
          <a:ln w="0">
            <a:noFill/>
          </a:ln>
        </p:spPr>
        <p:txBody>
          <a:bodyPr lIns="91440" tIns="91440" rIns="91440" bIns="91440" anchor="b">
            <a:noAutofit/>
          </a:bodyPr>
          <a:lstStyle/>
          <a:p>
            <a:pPr indent="0" algn="ctr">
              <a:lnSpc>
                <a:spcPct val="115000"/>
              </a:lnSpc>
              <a:buNone/>
              <a:tabLst>
                <a:tab pos="0" algn="l"/>
              </a:tabLst>
            </a:pPr>
            <a:r>
              <a:rPr lang="en" sz="1800" b="1" strike="noStrike" spc="-1" dirty="0">
                <a:solidFill>
                  <a:schemeClr val="dk1"/>
                </a:solidFill>
                <a:latin typeface="Poppins"/>
                <a:ea typeface="Times New Roman"/>
              </a:rPr>
              <a:t>Exploitation intelligente</a:t>
            </a:r>
            <a:endParaRPr lang="fr-FR" sz="1800" b="0" strike="noStrike" spc="-1" dirty="0">
              <a:solidFill>
                <a:srgbClr val="000000"/>
              </a:solidFill>
              <a:latin typeface="Arial"/>
            </a:endParaRPr>
          </a:p>
        </p:txBody>
      </p:sp>
      <p:sp>
        <p:nvSpPr>
          <p:cNvPr id="851" name="PlaceHolder 14"/>
          <p:cNvSpPr>
            <a:spLocks noGrp="1"/>
          </p:cNvSpPr>
          <p:nvPr>
            <p:ph type="subTitle"/>
          </p:nvPr>
        </p:nvSpPr>
        <p:spPr>
          <a:xfrm>
            <a:off x="5065200" y="3720960"/>
            <a:ext cx="1987200" cy="402120"/>
          </a:xfrm>
          <a:prstGeom prst="rect">
            <a:avLst/>
          </a:prstGeom>
          <a:noFill/>
          <a:ln w="0">
            <a:noFill/>
          </a:ln>
        </p:spPr>
        <p:txBody>
          <a:bodyPr lIns="91440" tIns="91440" rIns="91440" bIns="91440" anchor="b">
            <a:noAutofit/>
          </a:bodyPr>
          <a:lstStyle/>
          <a:p>
            <a:pPr indent="0" algn="ctr">
              <a:lnSpc>
                <a:spcPct val="115000"/>
              </a:lnSpc>
              <a:buNone/>
              <a:tabLst>
                <a:tab pos="0" algn="l"/>
              </a:tabLst>
            </a:pPr>
            <a:r>
              <a:rPr lang="en" sz="1800" b="1" strike="noStrike" spc="-1" dirty="0">
                <a:solidFill>
                  <a:schemeClr val="dk1"/>
                </a:solidFill>
                <a:latin typeface="Poppins"/>
                <a:ea typeface="Times New Roman"/>
              </a:rPr>
              <a:t>Conclusion</a:t>
            </a:r>
            <a:r>
              <a:rPr lang="en" sz="1600" b="1" strike="noStrike" spc="-1" dirty="0">
                <a:solidFill>
                  <a:schemeClr val="dk1"/>
                </a:solidFill>
                <a:latin typeface="Poppins"/>
                <a:ea typeface="IBM Plex Mono"/>
              </a:rPr>
              <a:t> </a:t>
            </a:r>
            <a:endParaRPr lang="fr-FR" sz="1600" b="0" strike="noStrike" spc="-1" dirty="0">
              <a:solidFill>
                <a:srgbClr val="000000"/>
              </a:solidFill>
              <a:latin typeface="Arial"/>
            </a:endParaRPr>
          </a:p>
        </p:txBody>
      </p:sp>
      <p:sp>
        <p:nvSpPr>
          <p:cNvPr id="852" name="PlaceHolder 15"/>
          <p:cNvSpPr>
            <a:spLocks noGrp="1"/>
          </p:cNvSpPr>
          <p:nvPr>
            <p:ph type="subTitle"/>
          </p:nvPr>
        </p:nvSpPr>
        <p:spPr>
          <a:xfrm>
            <a:off x="5203080" y="3952980"/>
            <a:ext cx="2660760" cy="768600"/>
          </a:xfrm>
          <a:prstGeom prst="rect">
            <a:avLst/>
          </a:prstGeom>
          <a:noFill/>
          <a:ln w="0">
            <a:noFill/>
          </a:ln>
        </p:spPr>
        <p:txBody>
          <a:bodyPr lIns="91440" tIns="91440" rIns="91440" bIns="91440" anchor="t">
            <a:noAutofit/>
          </a:bodyPr>
          <a:lstStyle/>
          <a:p>
            <a:pPr indent="0">
              <a:lnSpc>
                <a:spcPct val="115000"/>
              </a:lnSpc>
              <a:buNone/>
              <a:tabLst>
                <a:tab pos="0" algn="l"/>
              </a:tabLst>
            </a:pPr>
            <a:r>
              <a:rPr lang="en" sz="1400" b="0" strike="noStrike" spc="-1" dirty="0">
                <a:solidFill>
                  <a:schemeClr val="dk1"/>
                </a:solidFill>
                <a:latin typeface="Poppins"/>
                <a:ea typeface="Times New Roman"/>
              </a:rPr>
              <a:t>Une solution intégrable et évolutive</a:t>
            </a:r>
            <a:endParaRPr lang="fr-FR" sz="1400" b="0" strike="noStrike" spc="-1" dirty="0">
              <a:solidFill>
                <a:srgbClr val="000000"/>
              </a:solidFill>
              <a:latin typeface="Arial"/>
            </a:endParaRPr>
          </a:p>
          <a:p>
            <a:pPr indent="0" algn="ctr">
              <a:lnSpc>
                <a:spcPct val="115000"/>
              </a:lnSpc>
              <a:buNone/>
              <a:tabLst>
                <a:tab pos="0" algn="l"/>
              </a:tabLst>
            </a:pPr>
            <a:endParaRPr lang="fr-FR" sz="1100" b="0" strike="noStrike" spc="-1" dirty="0">
              <a:solidFill>
                <a:srgbClr val="000000"/>
              </a:solidFill>
              <a:latin typeface="Arial"/>
            </a:endParaRPr>
          </a:p>
        </p:txBody>
      </p:sp>
      <p:sp>
        <p:nvSpPr>
          <p:cNvPr id="853" name="PlaceHolder 16"/>
          <p:cNvSpPr>
            <a:spLocks noGrp="1"/>
          </p:cNvSpPr>
          <p:nvPr>
            <p:ph type="title"/>
          </p:nvPr>
        </p:nvSpPr>
        <p:spPr>
          <a:xfrm>
            <a:off x="5203080" y="3222000"/>
            <a:ext cx="1057320" cy="639720"/>
          </a:xfrm>
          <a:prstGeom prst="rect">
            <a:avLst/>
          </a:prstGeom>
          <a:noFill/>
          <a:ln w="0">
            <a:noFill/>
          </a:ln>
        </p:spPr>
        <p:txBody>
          <a:bodyPr lIns="91440" tIns="91440" rIns="91440" bIns="91440" anchor="b">
            <a:noAutofit/>
          </a:bodyPr>
          <a:lstStyle/>
          <a:p>
            <a:pPr indent="0" algn="ctr" rtl="1">
              <a:lnSpc>
                <a:spcPct val="115000"/>
              </a:lnSpc>
              <a:buNone/>
              <a:tabLst>
                <a:tab pos="0" algn="l"/>
              </a:tabLst>
            </a:pPr>
            <a:r>
              <a:rPr lang="en" sz="3000" b="1" strike="noStrike" spc="-1" dirty="0">
                <a:solidFill>
                  <a:schemeClr val="dk2"/>
                </a:solidFill>
                <a:latin typeface="Poppins"/>
                <a:ea typeface="Poppins"/>
              </a:rPr>
              <a:t>05</a:t>
            </a:r>
            <a:endParaRPr lang="fr-FR" sz="30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44"/>
                                        </p:tgtEl>
                                        <p:attrNameLst>
                                          <p:attrName>style.visibility</p:attrName>
                                        </p:attrNameLst>
                                      </p:cBhvr>
                                      <p:to>
                                        <p:strVal val="visible"/>
                                      </p:to>
                                    </p:set>
                                    <p:animEffect transition="in" filter="fade">
                                      <p:cBhvr>
                                        <p:cTn id="7" dur="500"/>
                                        <p:tgtEl>
                                          <p:spTgt spid="84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39">
                                            <p:txEl>
                                              <p:pRg st="0" end="0"/>
                                            </p:txEl>
                                          </p:spTgt>
                                        </p:tgtEl>
                                        <p:attrNameLst>
                                          <p:attrName>style.visibility</p:attrName>
                                        </p:attrNameLst>
                                      </p:cBhvr>
                                      <p:to>
                                        <p:strVal val="visible"/>
                                      </p:to>
                                    </p:set>
                                    <p:animEffect transition="in" filter="fade">
                                      <p:cBhvr>
                                        <p:cTn id="10" dur="500"/>
                                        <p:tgtEl>
                                          <p:spTgt spid="839">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40">
                                            <p:txEl>
                                              <p:pRg st="0" end="0"/>
                                            </p:txEl>
                                          </p:spTgt>
                                        </p:tgtEl>
                                        <p:attrNameLst>
                                          <p:attrName>style.visibility</p:attrName>
                                        </p:attrNameLst>
                                      </p:cBhvr>
                                      <p:to>
                                        <p:strVal val="visible"/>
                                      </p:to>
                                    </p:set>
                                    <p:animEffect transition="in" filter="fade">
                                      <p:cBhvr>
                                        <p:cTn id="13" dur="500"/>
                                        <p:tgtEl>
                                          <p:spTgt spid="840">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46"/>
                                        </p:tgtEl>
                                        <p:attrNameLst>
                                          <p:attrName>style.visibility</p:attrName>
                                        </p:attrNameLst>
                                      </p:cBhvr>
                                      <p:to>
                                        <p:strVal val="visible"/>
                                      </p:to>
                                    </p:set>
                                    <p:animEffect transition="in" filter="fade">
                                      <p:cBhvr>
                                        <p:cTn id="18" dur="500"/>
                                        <p:tgtEl>
                                          <p:spTgt spid="84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48">
                                            <p:txEl>
                                              <p:pRg st="0" end="0"/>
                                            </p:txEl>
                                          </p:spTgt>
                                        </p:tgtEl>
                                        <p:attrNameLst>
                                          <p:attrName>style.visibility</p:attrName>
                                        </p:attrNameLst>
                                      </p:cBhvr>
                                      <p:to>
                                        <p:strVal val="visible"/>
                                      </p:to>
                                    </p:set>
                                    <p:animEffect transition="in" filter="fade">
                                      <p:cBhvr>
                                        <p:cTn id="21" dur="500"/>
                                        <p:tgtEl>
                                          <p:spTgt spid="848">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41">
                                            <p:txEl>
                                              <p:pRg st="0" end="0"/>
                                            </p:txEl>
                                          </p:spTgt>
                                        </p:tgtEl>
                                        <p:attrNameLst>
                                          <p:attrName>style.visibility</p:attrName>
                                        </p:attrNameLst>
                                      </p:cBhvr>
                                      <p:to>
                                        <p:strVal val="visible"/>
                                      </p:to>
                                    </p:set>
                                    <p:animEffect transition="in" filter="fade">
                                      <p:cBhvr>
                                        <p:cTn id="24" dur="500"/>
                                        <p:tgtEl>
                                          <p:spTgt spid="841">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45"/>
                                        </p:tgtEl>
                                        <p:attrNameLst>
                                          <p:attrName>style.visibility</p:attrName>
                                        </p:attrNameLst>
                                      </p:cBhvr>
                                      <p:to>
                                        <p:strVal val="visible"/>
                                      </p:to>
                                    </p:set>
                                    <p:animEffect transition="in" filter="fade">
                                      <p:cBhvr>
                                        <p:cTn id="29" dur="500"/>
                                        <p:tgtEl>
                                          <p:spTgt spid="84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49">
                                            <p:txEl>
                                              <p:pRg st="0" end="0"/>
                                            </p:txEl>
                                          </p:spTgt>
                                        </p:tgtEl>
                                        <p:attrNameLst>
                                          <p:attrName>style.visibility</p:attrName>
                                        </p:attrNameLst>
                                      </p:cBhvr>
                                      <p:to>
                                        <p:strVal val="visible"/>
                                      </p:to>
                                    </p:set>
                                    <p:animEffect transition="in" filter="fade">
                                      <p:cBhvr>
                                        <p:cTn id="32" dur="500"/>
                                        <p:tgtEl>
                                          <p:spTgt spid="849">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842">
                                            <p:txEl>
                                              <p:pRg st="0" end="0"/>
                                            </p:txEl>
                                          </p:spTgt>
                                        </p:tgtEl>
                                        <p:attrNameLst>
                                          <p:attrName>style.visibility</p:attrName>
                                        </p:attrNameLst>
                                      </p:cBhvr>
                                      <p:to>
                                        <p:strVal val="visible"/>
                                      </p:to>
                                    </p:set>
                                    <p:animEffect transition="in" filter="fade">
                                      <p:cBhvr>
                                        <p:cTn id="35" dur="500"/>
                                        <p:tgtEl>
                                          <p:spTgt spid="842">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847"/>
                                        </p:tgtEl>
                                        <p:attrNameLst>
                                          <p:attrName>style.visibility</p:attrName>
                                        </p:attrNameLst>
                                      </p:cBhvr>
                                      <p:to>
                                        <p:strVal val="visible"/>
                                      </p:to>
                                    </p:set>
                                    <p:animEffect transition="in" filter="fade">
                                      <p:cBhvr>
                                        <p:cTn id="40" dur="500"/>
                                        <p:tgtEl>
                                          <p:spTgt spid="84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50">
                                            <p:txEl>
                                              <p:pRg st="0" end="0"/>
                                            </p:txEl>
                                          </p:spTgt>
                                        </p:tgtEl>
                                        <p:attrNameLst>
                                          <p:attrName>style.visibility</p:attrName>
                                        </p:attrNameLst>
                                      </p:cBhvr>
                                      <p:to>
                                        <p:strVal val="visible"/>
                                      </p:to>
                                    </p:set>
                                    <p:animEffect transition="in" filter="fade">
                                      <p:cBhvr>
                                        <p:cTn id="43" dur="500"/>
                                        <p:tgtEl>
                                          <p:spTgt spid="850">
                                            <p:txEl>
                                              <p:pRg st="0" end="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843">
                                            <p:txEl>
                                              <p:pRg st="0" end="0"/>
                                            </p:txEl>
                                          </p:spTgt>
                                        </p:tgtEl>
                                        <p:attrNameLst>
                                          <p:attrName>style.visibility</p:attrName>
                                        </p:attrNameLst>
                                      </p:cBhvr>
                                      <p:to>
                                        <p:strVal val="visible"/>
                                      </p:to>
                                    </p:set>
                                    <p:animEffect transition="in" filter="fade">
                                      <p:cBhvr>
                                        <p:cTn id="46" dur="500"/>
                                        <p:tgtEl>
                                          <p:spTgt spid="843">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853"/>
                                        </p:tgtEl>
                                        <p:attrNameLst>
                                          <p:attrName>style.visibility</p:attrName>
                                        </p:attrNameLst>
                                      </p:cBhvr>
                                      <p:to>
                                        <p:strVal val="visible"/>
                                      </p:to>
                                    </p:set>
                                    <p:animEffect transition="in" filter="fade">
                                      <p:cBhvr>
                                        <p:cTn id="51" dur="500"/>
                                        <p:tgtEl>
                                          <p:spTgt spid="85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852">
                                            <p:txEl>
                                              <p:pRg st="0" end="0"/>
                                            </p:txEl>
                                          </p:spTgt>
                                        </p:tgtEl>
                                        <p:attrNameLst>
                                          <p:attrName>style.visibility</p:attrName>
                                        </p:attrNameLst>
                                      </p:cBhvr>
                                      <p:to>
                                        <p:strVal val="visible"/>
                                      </p:to>
                                    </p:set>
                                    <p:animEffect transition="in" filter="fade">
                                      <p:cBhvr>
                                        <p:cTn id="54" dur="500"/>
                                        <p:tgtEl>
                                          <p:spTgt spid="852">
                                            <p:txEl>
                                              <p:pRg st="0" end="0"/>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851">
                                            <p:txEl>
                                              <p:pRg st="0" end="0"/>
                                            </p:txEl>
                                          </p:spTgt>
                                        </p:tgtEl>
                                        <p:attrNameLst>
                                          <p:attrName>style.visibility</p:attrName>
                                        </p:attrNameLst>
                                      </p:cBhvr>
                                      <p:to>
                                        <p:strVal val="visible"/>
                                      </p:to>
                                    </p:set>
                                    <p:animEffect transition="in" filter="fade">
                                      <p:cBhvr>
                                        <p:cTn id="57" dur="500"/>
                                        <p:tgtEl>
                                          <p:spTgt spid="8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 grpId="0" build="p"/>
      <p:bldP spid="840" grpId="0" build="p"/>
      <p:bldP spid="841" grpId="0" build="p"/>
      <p:bldP spid="842" grpId="0" build="p"/>
      <p:bldP spid="843" grpId="0" build="p"/>
      <p:bldP spid="844" grpId="0"/>
      <p:bldP spid="845" grpId="0"/>
      <p:bldP spid="846" grpId="0"/>
      <p:bldP spid="847" grpId="0"/>
      <p:bldP spid="848" grpId="0" build="p"/>
      <p:bldP spid="849" grpId="0" build="p"/>
      <p:bldP spid="850" grpId="0" build="p"/>
      <p:bldP spid="851" grpId="0" build="p"/>
      <p:bldP spid="852" grpId="0" build="p"/>
      <p:bldP spid="85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PlaceHolder 1"/>
          <p:cNvSpPr>
            <a:spLocks noGrp="1"/>
          </p:cNvSpPr>
          <p:nvPr>
            <p:ph type="title"/>
          </p:nvPr>
        </p:nvSpPr>
        <p:spPr>
          <a:xfrm>
            <a:off x="637920" y="900000"/>
            <a:ext cx="1702080" cy="99324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6200" b="1" strike="noStrike" spc="-1">
                <a:solidFill>
                  <a:schemeClr val="dk2"/>
                </a:solidFill>
                <a:latin typeface="Poppins"/>
                <a:ea typeface="Poppins"/>
              </a:rPr>
              <a:t>01</a:t>
            </a:r>
            <a:endParaRPr lang="fr-FR" sz="6200" b="0" strike="noStrike" spc="-1">
              <a:solidFill>
                <a:srgbClr val="000000"/>
              </a:solidFill>
              <a:latin typeface="Arial"/>
            </a:endParaRPr>
          </a:p>
        </p:txBody>
      </p:sp>
      <p:grpSp>
        <p:nvGrpSpPr>
          <p:cNvPr id="855" name="Google Shape;1435;g34e3735cec0_0_0"/>
          <p:cNvGrpSpPr/>
          <p:nvPr/>
        </p:nvGrpSpPr>
        <p:grpSpPr>
          <a:xfrm>
            <a:off x="-368640" y="3354480"/>
            <a:ext cx="3922200" cy="2969640"/>
            <a:chOff x="-368640" y="3354480"/>
            <a:chExt cx="3922200" cy="2969640"/>
          </a:xfrm>
        </p:grpSpPr>
        <p:pic>
          <p:nvPicPr>
            <p:cNvPr id="856" name="Google Shape;1436;g34e3735cec0_0_0"/>
            <p:cNvPicPr/>
            <p:nvPr/>
          </p:nvPicPr>
          <p:blipFill>
            <a:blip r:embed="rId2"/>
            <a:srcRect l="16959" t="24713" r="7122" b="26173"/>
            <a:stretch/>
          </p:blipFill>
          <p:spPr>
            <a:xfrm>
              <a:off x="-368640" y="3354480"/>
              <a:ext cx="3890880" cy="2969640"/>
            </a:xfrm>
            <a:prstGeom prst="rect">
              <a:avLst/>
            </a:prstGeom>
            <a:ln w="0">
              <a:noFill/>
            </a:ln>
          </p:spPr>
        </p:pic>
        <p:grpSp>
          <p:nvGrpSpPr>
            <p:cNvPr id="857" name="Google Shape;1437;g34e3735cec0_0_0"/>
            <p:cNvGrpSpPr/>
            <p:nvPr/>
          </p:nvGrpSpPr>
          <p:grpSpPr>
            <a:xfrm>
              <a:off x="1859400" y="4445640"/>
              <a:ext cx="1694160" cy="1359720"/>
              <a:chOff x="1859400" y="4445640"/>
              <a:chExt cx="1694160" cy="1359720"/>
            </a:xfrm>
          </p:grpSpPr>
          <p:sp>
            <p:nvSpPr>
              <p:cNvPr id="858" name="Google Shape;1438;g34e3735cec0_0_0"/>
              <p:cNvSpPr/>
              <p:nvPr/>
            </p:nvSpPr>
            <p:spPr>
              <a:xfrm>
                <a:off x="2293200" y="4713840"/>
                <a:ext cx="1260360" cy="1091520"/>
              </a:xfrm>
              <a:custGeom>
                <a:avLst/>
                <a:gdLst>
                  <a:gd name="textAreaLeft" fmla="*/ 0 w 1260360"/>
                  <a:gd name="textAreaRight" fmla="*/ 1260720 w 1260360"/>
                  <a:gd name="textAreaTop" fmla="*/ 0 h 1091520"/>
                  <a:gd name="textAreaBottom" fmla="*/ 1091880 h 10915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59" name="Google Shape;1439;g34e3735cec0_0_0"/>
              <p:cNvSpPr/>
              <p:nvPr/>
            </p:nvSpPr>
            <p:spPr>
              <a:xfrm>
                <a:off x="2269800" y="444564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60" name="Google Shape;1440;g34e3735cec0_0_0"/>
              <p:cNvSpPr/>
              <p:nvPr/>
            </p:nvSpPr>
            <p:spPr>
              <a:xfrm>
                <a:off x="1859400" y="471384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861" name="PlaceHolder 2"/>
          <p:cNvSpPr>
            <a:spLocks noGrp="1"/>
          </p:cNvSpPr>
          <p:nvPr>
            <p:ph type="title"/>
          </p:nvPr>
        </p:nvSpPr>
        <p:spPr>
          <a:xfrm>
            <a:off x="1888920" y="1418400"/>
            <a:ext cx="5597640" cy="67176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5500" b="1" strike="noStrike" spc="-1" dirty="0">
                <a:solidFill>
                  <a:schemeClr val="dk2"/>
                </a:solidFill>
                <a:latin typeface="Poppins"/>
                <a:ea typeface="Times New Roman"/>
              </a:rPr>
              <a:t>Introduction</a:t>
            </a:r>
            <a:br>
              <a:rPr sz="5500" dirty="0"/>
            </a:br>
            <a:endParaRPr lang="fr-FR" sz="5500" b="0" strike="noStrike" spc="-1" dirty="0">
              <a:solidFill>
                <a:srgbClr val="000000"/>
              </a:solidFill>
              <a:latin typeface="Arial"/>
            </a:endParaRPr>
          </a:p>
        </p:txBody>
      </p:sp>
      <p:grpSp>
        <p:nvGrpSpPr>
          <p:cNvPr id="862" name="Google Shape;1442;g34e3735cec0_0_0"/>
          <p:cNvGrpSpPr/>
          <p:nvPr/>
        </p:nvGrpSpPr>
        <p:grpSpPr>
          <a:xfrm>
            <a:off x="6487560" y="-1301040"/>
            <a:ext cx="4267800" cy="6665400"/>
            <a:chOff x="6487560" y="-1301040"/>
            <a:chExt cx="4267800" cy="6665400"/>
          </a:xfrm>
        </p:grpSpPr>
        <p:sp>
          <p:nvSpPr>
            <p:cNvPr id="863" name="Google Shape;1443;g34e3735cec0_0_0"/>
            <p:cNvSpPr/>
            <p:nvPr/>
          </p:nvSpPr>
          <p:spPr>
            <a:xfrm>
              <a:off x="6727680" y="10332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64" name="Google Shape;1444;g34e3735cec0_0_0"/>
            <p:cNvSpPr/>
            <p:nvPr/>
          </p:nvSpPr>
          <p:spPr>
            <a:xfrm>
              <a:off x="7070400" y="8136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65" name="Google Shape;1445;g34e3735cec0_0_0"/>
            <p:cNvSpPr/>
            <p:nvPr/>
          </p:nvSpPr>
          <p:spPr>
            <a:xfrm>
              <a:off x="7602480" y="24552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66" name="Google Shape;1446;g34e3735cec0_0_0"/>
            <p:cNvSpPr/>
            <p:nvPr/>
          </p:nvSpPr>
          <p:spPr>
            <a:xfrm>
              <a:off x="7235280" y="62244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67" name="Google Shape;1447;g34e3735cec0_0_0"/>
            <p:cNvSpPr/>
            <p:nvPr/>
          </p:nvSpPr>
          <p:spPr>
            <a:xfrm>
              <a:off x="6933240" y="62136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pic>
          <p:nvPicPr>
            <p:cNvPr id="868" name="Google Shape;1448;g34e3735cec0_0_0"/>
            <p:cNvPicPr/>
            <p:nvPr/>
          </p:nvPicPr>
          <p:blipFill>
            <a:blip r:embed="rId2"/>
            <a:srcRect l="16959" t="24713" r="7122" b="26173"/>
            <a:stretch/>
          </p:blipFill>
          <p:spPr>
            <a:xfrm>
              <a:off x="6487560" y="-1301040"/>
              <a:ext cx="4198320" cy="3204000"/>
            </a:xfrm>
            <a:prstGeom prst="rect">
              <a:avLst/>
            </a:prstGeom>
            <a:ln w="0">
              <a:noFill/>
            </a:ln>
          </p:spPr>
        </p:pic>
        <p:grpSp>
          <p:nvGrpSpPr>
            <p:cNvPr id="869" name="Google Shape;1449;g34e3735cec0_0_0"/>
            <p:cNvGrpSpPr/>
            <p:nvPr/>
          </p:nvGrpSpPr>
          <p:grpSpPr>
            <a:xfrm>
              <a:off x="8232840" y="4254480"/>
              <a:ext cx="708120" cy="707760"/>
              <a:chOff x="8232840" y="4254480"/>
              <a:chExt cx="708120" cy="707760"/>
            </a:xfrm>
          </p:grpSpPr>
          <p:sp>
            <p:nvSpPr>
              <p:cNvPr id="870" name="Google Shape;1450;g34e3735cec0_0_0"/>
              <p:cNvSpPr/>
              <p:nvPr/>
            </p:nvSpPr>
            <p:spPr>
              <a:xfrm rot="5400000">
                <a:off x="8691480" y="425448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71" name="Google Shape;1451;g34e3735cec0_0_0"/>
              <p:cNvSpPr/>
              <p:nvPr/>
            </p:nvSpPr>
            <p:spPr>
              <a:xfrm rot="5400000">
                <a:off x="8615160" y="433080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72" name="Google Shape;1452;g34e3735cec0_0_0"/>
              <p:cNvSpPr/>
              <p:nvPr/>
            </p:nvSpPr>
            <p:spPr>
              <a:xfrm rot="5400000">
                <a:off x="8538840" y="4407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73" name="Google Shape;1453;g34e3735cec0_0_0"/>
              <p:cNvSpPr/>
              <p:nvPr/>
            </p:nvSpPr>
            <p:spPr>
              <a:xfrm rot="5400000">
                <a:off x="8462160" y="4483440"/>
                <a:ext cx="249480" cy="249120"/>
              </a:xfrm>
              <a:custGeom>
                <a:avLst/>
                <a:gdLst>
                  <a:gd name="textAreaLeft" fmla="*/ 0 w 249480"/>
                  <a:gd name="textAreaRight" fmla="*/ 249840 w 249480"/>
                  <a:gd name="textAreaTop" fmla="*/ 0 h 249120"/>
                  <a:gd name="textAreaBottom" fmla="*/ 249480 h 249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74" name="Google Shape;1454;g34e3735cec0_0_0"/>
              <p:cNvSpPr/>
              <p:nvPr/>
            </p:nvSpPr>
            <p:spPr>
              <a:xfrm rot="5400000">
                <a:off x="8385840" y="4560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75" name="Google Shape;1455;g34e3735cec0_0_0"/>
              <p:cNvSpPr/>
              <p:nvPr/>
            </p:nvSpPr>
            <p:spPr>
              <a:xfrm rot="5400000">
                <a:off x="8309520" y="4636800"/>
                <a:ext cx="249120" cy="249120"/>
              </a:xfrm>
              <a:custGeom>
                <a:avLst/>
                <a:gdLst>
                  <a:gd name="textAreaLeft" fmla="*/ 0 w 249120"/>
                  <a:gd name="textAreaRight" fmla="*/ 249480 w 249120"/>
                  <a:gd name="textAreaTop" fmla="*/ 0 h 249120"/>
                  <a:gd name="textAreaBottom" fmla="*/ 249480 h 249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76" name="Google Shape;1456;g34e3735cec0_0_0"/>
              <p:cNvSpPr/>
              <p:nvPr/>
            </p:nvSpPr>
            <p:spPr>
              <a:xfrm rot="5400000">
                <a:off x="8232840" y="471276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877" name="Google Shape;1457;g34e3735cec0_0_0"/>
            <p:cNvGrpSpPr/>
            <p:nvPr/>
          </p:nvGrpSpPr>
          <p:grpSpPr>
            <a:xfrm>
              <a:off x="8999280" y="3354480"/>
              <a:ext cx="457920" cy="457200"/>
              <a:chOff x="8999280" y="3354480"/>
              <a:chExt cx="457920" cy="457200"/>
            </a:xfrm>
          </p:grpSpPr>
          <p:sp>
            <p:nvSpPr>
              <p:cNvPr id="878" name="Google Shape;1458;g34e3735cec0_0_0"/>
              <p:cNvSpPr/>
              <p:nvPr/>
            </p:nvSpPr>
            <p:spPr>
              <a:xfrm rot="5400000">
                <a:off x="9295920" y="335448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79" name="Google Shape;1459;g34e3735cec0_0_0"/>
              <p:cNvSpPr/>
              <p:nvPr/>
            </p:nvSpPr>
            <p:spPr>
              <a:xfrm rot="5400000">
                <a:off x="9246600" y="340344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80" name="Google Shape;1460;g34e3735cec0_0_0"/>
              <p:cNvSpPr/>
              <p:nvPr/>
            </p:nvSpPr>
            <p:spPr>
              <a:xfrm rot="5400000">
                <a:off x="9197280" y="345312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81" name="Google Shape;1461;g34e3735cec0_0_0"/>
              <p:cNvSpPr/>
              <p:nvPr/>
            </p:nvSpPr>
            <p:spPr>
              <a:xfrm rot="5400000">
                <a:off x="9147600" y="3502440"/>
                <a:ext cx="161280" cy="160920"/>
              </a:xfrm>
              <a:custGeom>
                <a:avLst/>
                <a:gdLst>
                  <a:gd name="textAreaLeft" fmla="*/ 0 w 161280"/>
                  <a:gd name="textAreaRight" fmla="*/ 161640 w 161280"/>
                  <a:gd name="textAreaTop" fmla="*/ 0 h 160920"/>
                  <a:gd name="textAreaBottom" fmla="*/ 161280 h 1609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82" name="Google Shape;1462;g34e3735cec0_0_0"/>
              <p:cNvSpPr/>
              <p:nvPr/>
            </p:nvSpPr>
            <p:spPr>
              <a:xfrm rot="5400000">
                <a:off x="9098280" y="355176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83" name="Google Shape;1463;g34e3735cec0_0_0"/>
              <p:cNvSpPr/>
              <p:nvPr/>
            </p:nvSpPr>
            <p:spPr>
              <a:xfrm rot="5400000">
                <a:off x="9048960" y="3601440"/>
                <a:ext cx="160920" cy="160920"/>
              </a:xfrm>
              <a:custGeom>
                <a:avLst/>
                <a:gdLst>
                  <a:gd name="textAreaLeft" fmla="*/ 0 w 160920"/>
                  <a:gd name="textAreaRight" fmla="*/ 161280 w 160920"/>
                  <a:gd name="textAreaTop" fmla="*/ 0 h 160920"/>
                  <a:gd name="textAreaBottom" fmla="*/ 161280 h 1609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84" name="Google Shape;1464;g34e3735cec0_0_0"/>
              <p:cNvSpPr/>
              <p:nvPr/>
            </p:nvSpPr>
            <p:spPr>
              <a:xfrm rot="5400000">
                <a:off x="8999280" y="365040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885" name="Google Shape;1465;g34e3735cec0_0_0"/>
            <p:cNvGrpSpPr/>
            <p:nvPr/>
          </p:nvGrpSpPr>
          <p:grpSpPr>
            <a:xfrm>
              <a:off x="8146800" y="539640"/>
              <a:ext cx="207720" cy="207720"/>
              <a:chOff x="8146800" y="539640"/>
              <a:chExt cx="207720" cy="207720"/>
            </a:xfrm>
          </p:grpSpPr>
          <p:sp>
            <p:nvSpPr>
              <p:cNvPr id="886" name="Google Shape;1466;g34e3735cec0_0_0"/>
              <p:cNvSpPr/>
              <p:nvPr/>
            </p:nvSpPr>
            <p:spPr>
              <a:xfrm>
                <a:off x="8146800" y="53964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87" name="Google Shape;1467;g34e3735cec0_0_0"/>
              <p:cNvSpPr/>
              <p:nvPr/>
            </p:nvSpPr>
            <p:spPr>
              <a:xfrm>
                <a:off x="8175960" y="56880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888" name="Google Shape;1468;g34e3735cec0_0_0"/>
            <p:cNvGrpSpPr/>
            <p:nvPr/>
          </p:nvGrpSpPr>
          <p:grpSpPr>
            <a:xfrm>
              <a:off x="7554240" y="2467800"/>
              <a:ext cx="207720" cy="207720"/>
              <a:chOff x="7554240" y="2467800"/>
              <a:chExt cx="207720" cy="207720"/>
            </a:xfrm>
          </p:grpSpPr>
          <p:sp>
            <p:nvSpPr>
              <p:cNvPr id="889" name="Google Shape;1469;g34e3735cec0_0_0"/>
              <p:cNvSpPr/>
              <p:nvPr/>
            </p:nvSpPr>
            <p:spPr>
              <a:xfrm>
                <a:off x="7554240" y="246780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90" name="Google Shape;1470;g34e3735cec0_0_0"/>
              <p:cNvSpPr/>
              <p:nvPr/>
            </p:nvSpPr>
            <p:spPr>
              <a:xfrm>
                <a:off x="7583760" y="249696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891" name="Google Shape;1471;g34e3735cec0_0_0"/>
            <p:cNvSpPr/>
            <p:nvPr/>
          </p:nvSpPr>
          <p:spPr>
            <a:xfrm>
              <a:off x="7454520" y="4164120"/>
              <a:ext cx="147600" cy="14760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52200" bIns="5220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892" name="Google Shape;1472;g34e3735cec0_0_0"/>
          <p:cNvGrpSpPr/>
          <p:nvPr/>
        </p:nvGrpSpPr>
        <p:grpSpPr>
          <a:xfrm>
            <a:off x="1963080" y="1696320"/>
            <a:ext cx="4559040" cy="133920"/>
            <a:chOff x="1963080" y="1696320"/>
            <a:chExt cx="4559040" cy="133920"/>
          </a:xfrm>
        </p:grpSpPr>
        <p:sp>
          <p:nvSpPr>
            <p:cNvPr id="893" name="Google Shape;1473;g34e3735cec0_0_0"/>
            <p:cNvSpPr/>
            <p:nvPr/>
          </p:nvSpPr>
          <p:spPr>
            <a:xfrm>
              <a:off x="6388200" y="169632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894" name="Google Shape;1474;g34e3735cec0_0_0"/>
            <p:cNvCxnSpPr/>
            <p:nvPr/>
          </p:nvCxnSpPr>
          <p:spPr>
            <a:xfrm>
              <a:off x="1963080" y="1763280"/>
              <a:ext cx="4462920" cy="360"/>
            </a:xfrm>
            <a:prstGeom prst="straightConnector1">
              <a:avLst/>
            </a:prstGeom>
            <a:ln w="9525">
              <a:solidFill>
                <a:srgbClr val="0C0A9E"/>
              </a:solidFill>
              <a:round/>
            </a:ln>
          </p:spPr>
        </p:cxnSp>
        <p:sp>
          <p:nvSpPr>
            <p:cNvPr id="895" name="Google Shape;1475;g34e3735cec0_0_0"/>
            <p:cNvSpPr/>
            <p:nvPr/>
          </p:nvSpPr>
          <p:spPr>
            <a:xfrm>
              <a:off x="6418080" y="172656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896" name="Google Shape;1476;g34e3735cec0_0_0"/>
          <p:cNvSpPr/>
          <p:nvPr/>
        </p:nvSpPr>
        <p:spPr>
          <a:xfrm>
            <a:off x="418680" y="2048040"/>
            <a:ext cx="7095960" cy="24228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gn="just">
              <a:lnSpc>
                <a:spcPct val="150000"/>
              </a:lnSpc>
              <a:tabLst>
                <a:tab pos="0" algn="l"/>
              </a:tabLst>
            </a:pPr>
            <a:r>
              <a:rPr lang="en" sz="1400" b="0" strike="noStrike" spc="-1" dirty="0">
                <a:solidFill>
                  <a:srgbClr val="000000"/>
                </a:solidFill>
                <a:latin typeface="Poppins"/>
                <a:ea typeface="Arial"/>
              </a:rPr>
              <a:t>La Caisse Nationale des Assurances Sociales (CNAS) supporte chaque année des dépenses colossales pour garantir l'accès aux soins et la couverture sociale des citoyens. Cependant, une part non négligeable de ces dépenses résulte de fraudes, notamment l’usage abusif de la carte Chifa par des personnes non assurées et la multiplication des faux arrêts de travail. Ces pratiques frauduleuses pèsent lourdement sur le budget de la CNAS et mettent en danger la pérennité du système de sécurité sociale</a:t>
            </a:r>
            <a:endParaRPr lang="fr-FR" sz="14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861"/>
                                        </p:tgtEl>
                                        <p:attrNameLst>
                                          <p:attrName>style.visibility</p:attrName>
                                        </p:attrNameLst>
                                      </p:cBhvr>
                                      <p:to>
                                        <p:strVal val="visible"/>
                                      </p:to>
                                    </p:set>
                                    <p:animEffect transition="in" filter="barn(outVertical)">
                                      <p:cBhvr>
                                        <p:cTn id="7" dur="500"/>
                                        <p:tgtEl>
                                          <p:spTgt spid="861"/>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854"/>
                                        </p:tgtEl>
                                        <p:attrNameLst>
                                          <p:attrName>style.visibility</p:attrName>
                                        </p:attrNameLst>
                                      </p:cBhvr>
                                      <p:to>
                                        <p:strVal val="visible"/>
                                      </p:to>
                                    </p:set>
                                    <p:animEffect transition="in" filter="barn(outVertical)">
                                      <p:cBhvr>
                                        <p:cTn id="10" dur="500"/>
                                        <p:tgtEl>
                                          <p:spTgt spid="85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896"/>
                                        </p:tgtEl>
                                        <p:attrNameLst>
                                          <p:attrName>style.visibility</p:attrName>
                                        </p:attrNameLst>
                                      </p:cBhvr>
                                      <p:to>
                                        <p:strVal val="visible"/>
                                      </p:to>
                                    </p:set>
                                    <p:animEffect transition="in" filter="wipe(up)">
                                      <p:cBhvr>
                                        <p:cTn id="15" dur="500"/>
                                        <p:tgtEl>
                                          <p:spTgt spid="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4" grpId="0"/>
      <p:bldP spid="861" grpId="0"/>
      <p:bldP spid="89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 name="PlaceHolder 1"/>
          <p:cNvSpPr>
            <a:spLocks noGrp="1"/>
          </p:cNvSpPr>
          <p:nvPr>
            <p:ph type="title"/>
          </p:nvPr>
        </p:nvSpPr>
        <p:spPr>
          <a:xfrm>
            <a:off x="720000" y="1057680"/>
            <a:ext cx="7105320" cy="993240"/>
          </a:xfrm>
          <a:prstGeom prst="rect">
            <a:avLst/>
          </a:prstGeom>
          <a:noFill/>
          <a:ln w="0">
            <a:noFill/>
          </a:ln>
        </p:spPr>
        <p:txBody>
          <a:bodyPr lIns="91440" tIns="91440" rIns="91440" bIns="91440" anchor="ctr">
            <a:noAutofit/>
          </a:bodyPr>
          <a:lstStyle/>
          <a:p>
            <a:pPr indent="0">
              <a:lnSpc>
                <a:spcPct val="100000"/>
              </a:lnSpc>
              <a:buNone/>
            </a:pPr>
            <a:r>
              <a:rPr lang="fr-FR" sz="3000" b="1" strike="noStrike" spc="-1" dirty="0">
                <a:solidFill>
                  <a:schemeClr val="dk2"/>
                </a:solidFill>
                <a:latin typeface="Poppins"/>
                <a:ea typeface="Poppins"/>
              </a:rPr>
              <a:t>Définition de la fraude</a:t>
            </a:r>
            <a:endParaRPr lang="fr-FR" sz="3000" b="0" strike="noStrike" spc="-1" dirty="0">
              <a:solidFill>
                <a:srgbClr val="000000"/>
              </a:solidFill>
              <a:latin typeface="Arial"/>
            </a:endParaRPr>
          </a:p>
        </p:txBody>
      </p:sp>
      <p:sp>
        <p:nvSpPr>
          <p:cNvPr id="2" name="Google Shape;1476;g34e3735cec0_0_0">
            <a:extLst>
              <a:ext uri="{FF2B5EF4-FFF2-40B4-BE49-F238E27FC236}">
                <a16:creationId xmlns:a16="http://schemas.microsoft.com/office/drawing/2014/main" id="{27F7E263-B12B-AE44-8831-A61F5EA8D83E}"/>
              </a:ext>
            </a:extLst>
          </p:cNvPr>
          <p:cNvSpPr/>
          <p:nvPr/>
        </p:nvSpPr>
        <p:spPr>
          <a:xfrm>
            <a:off x="533880" y="2050920"/>
            <a:ext cx="7095960" cy="1121525"/>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gn="just">
              <a:lnSpc>
                <a:spcPct val="150000"/>
              </a:lnSpc>
              <a:tabLst>
                <a:tab pos="0" algn="l"/>
              </a:tabLst>
            </a:pPr>
            <a:r>
              <a:rPr lang="fr-FR" sz="1400" b="0" kern="1200" spc="-1" dirty="0">
                <a:solidFill>
                  <a:srgbClr val="1D1D1D"/>
                </a:solidFill>
                <a:effectLst/>
                <a:latin typeface="Poppins" panose="00000500000000000000" pitchFamily="2" charset="0"/>
                <a:ea typeface="Poppins" panose="00000500000000000000" pitchFamily="2" charset="0"/>
                <a:cs typeface="Poppins" panose="00000500000000000000" pitchFamily="2" charset="0"/>
              </a:rPr>
              <a:t>La fraude est une action délibérée et malhonnête visant à tromper quelqu'un, dans le cas d'espèce l'organisme de la protection sociale dans l'optique d'obtenir de manière illégale, un avantage financier ou matériel.</a:t>
            </a:r>
            <a:endParaRPr lang="fr-FR" sz="1400" b="0" strike="noStrike" spc="-1" dirty="0">
              <a:solidFill>
                <a:srgbClr val="000000"/>
              </a:solidFill>
              <a:latin typeface="Arial"/>
            </a:endParaRPr>
          </a:p>
        </p:txBody>
      </p:sp>
      <p:grpSp>
        <p:nvGrpSpPr>
          <p:cNvPr id="3" name="Google Shape;1442;g34e3735cec0_0_0">
            <a:extLst>
              <a:ext uri="{FF2B5EF4-FFF2-40B4-BE49-F238E27FC236}">
                <a16:creationId xmlns:a16="http://schemas.microsoft.com/office/drawing/2014/main" id="{F9C5805F-33AF-3B33-B0D1-F5216668054F}"/>
              </a:ext>
            </a:extLst>
          </p:cNvPr>
          <p:cNvGrpSpPr/>
          <p:nvPr/>
        </p:nvGrpSpPr>
        <p:grpSpPr>
          <a:xfrm>
            <a:off x="6602760" y="-314640"/>
            <a:ext cx="4267800" cy="6665400"/>
            <a:chOff x="6487560" y="-1301040"/>
            <a:chExt cx="4267800" cy="6665400"/>
          </a:xfrm>
        </p:grpSpPr>
        <p:sp>
          <p:nvSpPr>
            <p:cNvPr id="4" name="Google Shape;1443;g34e3735cec0_0_0">
              <a:extLst>
                <a:ext uri="{FF2B5EF4-FFF2-40B4-BE49-F238E27FC236}">
                  <a16:creationId xmlns:a16="http://schemas.microsoft.com/office/drawing/2014/main" id="{7A663B00-6E46-5300-1379-123C600FC1AB}"/>
                </a:ext>
              </a:extLst>
            </p:cNvPr>
            <p:cNvSpPr/>
            <p:nvPr/>
          </p:nvSpPr>
          <p:spPr>
            <a:xfrm>
              <a:off x="6727680" y="10332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5" name="Google Shape;1444;g34e3735cec0_0_0">
              <a:extLst>
                <a:ext uri="{FF2B5EF4-FFF2-40B4-BE49-F238E27FC236}">
                  <a16:creationId xmlns:a16="http://schemas.microsoft.com/office/drawing/2014/main" id="{D909F621-A28F-3F96-1A85-8C91B70FD06D}"/>
                </a:ext>
              </a:extLst>
            </p:cNvPr>
            <p:cNvSpPr/>
            <p:nvPr/>
          </p:nvSpPr>
          <p:spPr>
            <a:xfrm>
              <a:off x="7070400" y="8136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6" name="Google Shape;1445;g34e3735cec0_0_0">
              <a:extLst>
                <a:ext uri="{FF2B5EF4-FFF2-40B4-BE49-F238E27FC236}">
                  <a16:creationId xmlns:a16="http://schemas.microsoft.com/office/drawing/2014/main" id="{9D810A15-EB66-6E2E-6FA2-BBE6F0B1744A}"/>
                </a:ext>
              </a:extLst>
            </p:cNvPr>
            <p:cNvSpPr/>
            <p:nvPr/>
          </p:nvSpPr>
          <p:spPr>
            <a:xfrm>
              <a:off x="7602480" y="24552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7" name="Google Shape;1446;g34e3735cec0_0_0">
              <a:extLst>
                <a:ext uri="{FF2B5EF4-FFF2-40B4-BE49-F238E27FC236}">
                  <a16:creationId xmlns:a16="http://schemas.microsoft.com/office/drawing/2014/main" id="{5F4668BD-6141-DB0E-34CC-AD5CFD49CA2F}"/>
                </a:ext>
              </a:extLst>
            </p:cNvPr>
            <p:cNvSpPr/>
            <p:nvPr/>
          </p:nvSpPr>
          <p:spPr>
            <a:xfrm>
              <a:off x="7235280" y="62244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8" name="Google Shape;1447;g34e3735cec0_0_0">
              <a:extLst>
                <a:ext uri="{FF2B5EF4-FFF2-40B4-BE49-F238E27FC236}">
                  <a16:creationId xmlns:a16="http://schemas.microsoft.com/office/drawing/2014/main" id="{17119616-04F6-9AAB-012D-26A9E6DDB25E}"/>
                </a:ext>
              </a:extLst>
            </p:cNvPr>
            <p:cNvSpPr/>
            <p:nvPr/>
          </p:nvSpPr>
          <p:spPr>
            <a:xfrm>
              <a:off x="6933240" y="62136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pic>
          <p:nvPicPr>
            <p:cNvPr id="9" name="Google Shape;1448;g34e3735cec0_0_0">
              <a:extLst>
                <a:ext uri="{FF2B5EF4-FFF2-40B4-BE49-F238E27FC236}">
                  <a16:creationId xmlns:a16="http://schemas.microsoft.com/office/drawing/2014/main" id="{F92FA79A-2E59-44A1-C2E5-040655504D86}"/>
                </a:ext>
              </a:extLst>
            </p:cNvPr>
            <p:cNvPicPr/>
            <p:nvPr/>
          </p:nvPicPr>
          <p:blipFill>
            <a:blip r:embed="rId2"/>
            <a:srcRect l="16959" t="24713" r="7122" b="26173"/>
            <a:stretch/>
          </p:blipFill>
          <p:spPr>
            <a:xfrm>
              <a:off x="6487560" y="-1301040"/>
              <a:ext cx="4198320" cy="3204000"/>
            </a:xfrm>
            <a:prstGeom prst="rect">
              <a:avLst/>
            </a:prstGeom>
            <a:ln w="0">
              <a:noFill/>
            </a:ln>
          </p:spPr>
        </p:pic>
        <p:grpSp>
          <p:nvGrpSpPr>
            <p:cNvPr id="10" name="Google Shape;1449;g34e3735cec0_0_0">
              <a:extLst>
                <a:ext uri="{FF2B5EF4-FFF2-40B4-BE49-F238E27FC236}">
                  <a16:creationId xmlns:a16="http://schemas.microsoft.com/office/drawing/2014/main" id="{1AC93991-8B06-DCF5-41EB-CD9FC331A2D8}"/>
                </a:ext>
              </a:extLst>
            </p:cNvPr>
            <p:cNvGrpSpPr/>
            <p:nvPr/>
          </p:nvGrpSpPr>
          <p:grpSpPr>
            <a:xfrm>
              <a:off x="8232840" y="4254480"/>
              <a:ext cx="708120" cy="707760"/>
              <a:chOff x="8232840" y="4254480"/>
              <a:chExt cx="708120" cy="707760"/>
            </a:xfrm>
          </p:grpSpPr>
          <p:sp>
            <p:nvSpPr>
              <p:cNvPr id="26" name="Google Shape;1450;g34e3735cec0_0_0">
                <a:extLst>
                  <a:ext uri="{FF2B5EF4-FFF2-40B4-BE49-F238E27FC236}">
                    <a16:creationId xmlns:a16="http://schemas.microsoft.com/office/drawing/2014/main" id="{8ECDA003-EF10-459B-C46C-7E7818EBF617}"/>
                  </a:ext>
                </a:extLst>
              </p:cNvPr>
              <p:cNvSpPr/>
              <p:nvPr/>
            </p:nvSpPr>
            <p:spPr>
              <a:xfrm rot="5400000">
                <a:off x="8691480" y="425448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7" name="Google Shape;1451;g34e3735cec0_0_0">
                <a:extLst>
                  <a:ext uri="{FF2B5EF4-FFF2-40B4-BE49-F238E27FC236}">
                    <a16:creationId xmlns:a16="http://schemas.microsoft.com/office/drawing/2014/main" id="{984A04A3-67E7-4A15-71EB-834F0517CEC1}"/>
                  </a:ext>
                </a:extLst>
              </p:cNvPr>
              <p:cNvSpPr/>
              <p:nvPr/>
            </p:nvSpPr>
            <p:spPr>
              <a:xfrm rot="5400000">
                <a:off x="8615160" y="433080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8" name="Google Shape;1452;g34e3735cec0_0_0">
                <a:extLst>
                  <a:ext uri="{FF2B5EF4-FFF2-40B4-BE49-F238E27FC236}">
                    <a16:creationId xmlns:a16="http://schemas.microsoft.com/office/drawing/2014/main" id="{834D1FB5-33E9-B49C-3C8A-59348CBF2619}"/>
                  </a:ext>
                </a:extLst>
              </p:cNvPr>
              <p:cNvSpPr/>
              <p:nvPr/>
            </p:nvSpPr>
            <p:spPr>
              <a:xfrm rot="5400000">
                <a:off x="8538840" y="4407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9" name="Google Shape;1453;g34e3735cec0_0_0">
                <a:extLst>
                  <a:ext uri="{FF2B5EF4-FFF2-40B4-BE49-F238E27FC236}">
                    <a16:creationId xmlns:a16="http://schemas.microsoft.com/office/drawing/2014/main" id="{7C43D010-1711-5591-F230-B46B94E66A87}"/>
                  </a:ext>
                </a:extLst>
              </p:cNvPr>
              <p:cNvSpPr/>
              <p:nvPr/>
            </p:nvSpPr>
            <p:spPr>
              <a:xfrm rot="5400000">
                <a:off x="8462160" y="4483440"/>
                <a:ext cx="249480" cy="249120"/>
              </a:xfrm>
              <a:custGeom>
                <a:avLst/>
                <a:gdLst>
                  <a:gd name="textAreaLeft" fmla="*/ 0 w 249480"/>
                  <a:gd name="textAreaRight" fmla="*/ 249840 w 249480"/>
                  <a:gd name="textAreaTop" fmla="*/ 0 h 249120"/>
                  <a:gd name="textAreaBottom" fmla="*/ 249480 h 249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0" name="Google Shape;1454;g34e3735cec0_0_0">
                <a:extLst>
                  <a:ext uri="{FF2B5EF4-FFF2-40B4-BE49-F238E27FC236}">
                    <a16:creationId xmlns:a16="http://schemas.microsoft.com/office/drawing/2014/main" id="{81F13F85-F23F-4C5E-D7FB-FE1D457CD7D7}"/>
                  </a:ext>
                </a:extLst>
              </p:cNvPr>
              <p:cNvSpPr/>
              <p:nvPr/>
            </p:nvSpPr>
            <p:spPr>
              <a:xfrm rot="5400000">
                <a:off x="8385840" y="4560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1" name="Google Shape;1455;g34e3735cec0_0_0">
                <a:extLst>
                  <a:ext uri="{FF2B5EF4-FFF2-40B4-BE49-F238E27FC236}">
                    <a16:creationId xmlns:a16="http://schemas.microsoft.com/office/drawing/2014/main" id="{4DC315CA-1612-6CF6-68B2-F8DDBAD1AF3F}"/>
                  </a:ext>
                </a:extLst>
              </p:cNvPr>
              <p:cNvSpPr/>
              <p:nvPr/>
            </p:nvSpPr>
            <p:spPr>
              <a:xfrm rot="5400000">
                <a:off x="8309520" y="4636800"/>
                <a:ext cx="249120" cy="249120"/>
              </a:xfrm>
              <a:custGeom>
                <a:avLst/>
                <a:gdLst>
                  <a:gd name="textAreaLeft" fmla="*/ 0 w 249120"/>
                  <a:gd name="textAreaRight" fmla="*/ 249480 w 249120"/>
                  <a:gd name="textAreaTop" fmla="*/ 0 h 249120"/>
                  <a:gd name="textAreaBottom" fmla="*/ 249480 h 249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32" name="Google Shape;1456;g34e3735cec0_0_0">
                <a:extLst>
                  <a:ext uri="{FF2B5EF4-FFF2-40B4-BE49-F238E27FC236}">
                    <a16:creationId xmlns:a16="http://schemas.microsoft.com/office/drawing/2014/main" id="{3468F7C3-BB85-21BA-01F8-53230B87E7A0}"/>
                  </a:ext>
                </a:extLst>
              </p:cNvPr>
              <p:cNvSpPr/>
              <p:nvPr/>
            </p:nvSpPr>
            <p:spPr>
              <a:xfrm rot="5400000">
                <a:off x="8232840" y="471276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1" name="Google Shape;1457;g34e3735cec0_0_0">
              <a:extLst>
                <a:ext uri="{FF2B5EF4-FFF2-40B4-BE49-F238E27FC236}">
                  <a16:creationId xmlns:a16="http://schemas.microsoft.com/office/drawing/2014/main" id="{ED90AFC5-C14A-F190-7622-65EC4B64237F}"/>
                </a:ext>
              </a:extLst>
            </p:cNvPr>
            <p:cNvGrpSpPr/>
            <p:nvPr/>
          </p:nvGrpSpPr>
          <p:grpSpPr>
            <a:xfrm>
              <a:off x="8999280" y="3354480"/>
              <a:ext cx="457920" cy="457200"/>
              <a:chOff x="8999280" y="3354480"/>
              <a:chExt cx="457920" cy="457200"/>
            </a:xfrm>
          </p:grpSpPr>
          <p:sp>
            <p:nvSpPr>
              <p:cNvPr id="19" name="Google Shape;1458;g34e3735cec0_0_0">
                <a:extLst>
                  <a:ext uri="{FF2B5EF4-FFF2-40B4-BE49-F238E27FC236}">
                    <a16:creationId xmlns:a16="http://schemas.microsoft.com/office/drawing/2014/main" id="{E03EF12D-3ED2-5AAC-7799-8DE013A70D24}"/>
                  </a:ext>
                </a:extLst>
              </p:cNvPr>
              <p:cNvSpPr/>
              <p:nvPr/>
            </p:nvSpPr>
            <p:spPr>
              <a:xfrm rot="5400000">
                <a:off x="9295920" y="335448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0" name="Google Shape;1459;g34e3735cec0_0_0">
                <a:extLst>
                  <a:ext uri="{FF2B5EF4-FFF2-40B4-BE49-F238E27FC236}">
                    <a16:creationId xmlns:a16="http://schemas.microsoft.com/office/drawing/2014/main" id="{85699426-746A-E324-1745-84BDB8E01F09}"/>
                  </a:ext>
                </a:extLst>
              </p:cNvPr>
              <p:cNvSpPr/>
              <p:nvPr/>
            </p:nvSpPr>
            <p:spPr>
              <a:xfrm rot="5400000">
                <a:off x="9246600" y="340344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1" name="Google Shape;1460;g34e3735cec0_0_0">
                <a:extLst>
                  <a:ext uri="{FF2B5EF4-FFF2-40B4-BE49-F238E27FC236}">
                    <a16:creationId xmlns:a16="http://schemas.microsoft.com/office/drawing/2014/main" id="{0DA01538-2CDC-25EE-B519-F7275FF73653}"/>
                  </a:ext>
                </a:extLst>
              </p:cNvPr>
              <p:cNvSpPr/>
              <p:nvPr/>
            </p:nvSpPr>
            <p:spPr>
              <a:xfrm rot="5400000">
                <a:off x="9197280" y="345312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2" name="Google Shape;1461;g34e3735cec0_0_0">
                <a:extLst>
                  <a:ext uri="{FF2B5EF4-FFF2-40B4-BE49-F238E27FC236}">
                    <a16:creationId xmlns:a16="http://schemas.microsoft.com/office/drawing/2014/main" id="{D7A03E33-21E5-B83D-4E8A-74F4549AEF12}"/>
                  </a:ext>
                </a:extLst>
              </p:cNvPr>
              <p:cNvSpPr/>
              <p:nvPr/>
            </p:nvSpPr>
            <p:spPr>
              <a:xfrm rot="5400000">
                <a:off x="9147600" y="3502440"/>
                <a:ext cx="161280" cy="160920"/>
              </a:xfrm>
              <a:custGeom>
                <a:avLst/>
                <a:gdLst>
                  <a:gd name="textAreaLeft" fmla="*/ 0 w 161280"/>
                  <a:gd name="textAreaRight" fmla="*/ 161640 w 161280"/>
                  <a:gd name="textAreaTop" fmla="*/ 0 h 160920"/>
                  <a:gd name="textAreaBottom" fmla="*/ 161280 h 1609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3" name="Google Shape;1462;g34e3735cec0_0_0">
                <a:extLst>
                  <a:ext uri="{FF2B5EF4-FFF2-40B4-BE49-F238E27FC236}">
                    <a16:creationId xmlns:a16="http://schemas.microsoft.com/office/drawing/2014/main" id="{CC10FE1D-F5D8-8EEB-A2DC-65245546F977}"/>
                  </a:ext>
                </a:extLst>
              </p:cNvPr>
              <p:cNvSpPr/>
              <p:nvPr/>
            </p:nvSpPr>
            <p:spPr>
              <a:xfrm rot="5400000">
                <a:off x="9098280" y="355176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4" name="Google Shape;1463;g34e3735cec0_0_0">
                <a:extLst>
                  <a:ext uri="{FF2B5EF4-FFF2-40B4-BE49-F238E27FC236}">
                    <a16:creationId xmlns:a16="http://schemas.microsoft.com/office/drawing/2014/main" id="{1CBCA592-8280-C061-EA31-DB73DB1B5D61}"/>
                  </a:ext>
                </a:extLst>
              </p:cNvPr>
              <p:cNvSpPr/>
              <p:nvPr/>
            </p:nvSpPr>
            <p:spPr>
              <a:xfrm rot="5400000">
                <a:off x="9048960" y="3601440"/>
                <a:ext cx="160920" cy="160920"/>
              </a:xfrm>
              <a:custGeom>
                <a:avLst/>
                <a:gdLst>
                  <a:gd name="textAreaLeft" fmla="*/ 0 w 160920"/>
                  <a:gd name="textAreaRight" fmla="*/ 161280 w 160920"/>
                  <a:gd name="textAreaTop" fmla="*/ 0 h 160920"/>
                  <a:gd name="textAreaBottom" fmla="*/ 161280 h 1609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25" name="Google Shape;1464;g34e3735cec0_0_0">
                <a:extLst>
                  <a:ext uri="{FF2B5EF4-FFF2-40B4-BE49-F238E27FC236}">
                    <a16:creationId xmlns:a16="http://schemas.microsoft.com/office/drawing/2014/main" id="{973603F9-53AE-D9DF-18D2-80971A8BEDDA}"/>
                  </a:ext>
                </a:extLst>
              </p:cNvPr>
              <p:cNvSpPr/>
              <p:nvPr/>
            </p:nvSpPr>
            <p:spPr>
              <a:xfrm rot="5400000">
                <a:off x="8999280" y="365040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2" name="Google Shape;1465;g34e3735cec0_0_0">
              <a:extLst>
                <a:ext uri="{FF2B5EF4-FFF2-40B4-BE49-F238E27FC236}">
                  <a16:creationId xmlns:a16="http://schemas.microsoft.com/office/drawing/2014/main" id="{88D48D64-D18D-61C4-72E8-FD2844B5325E}"/>
                </a:ext>
              </a:extLst>
            </p:cNvPr>
            <p:cNvGrpSpPr/>
            <p:nvPr/>
          </p:nvGrpSpPr>
          <p:grpSpPr>
            <a:xfrm>
              <a:off x="8146800" y="539640"/>
              <a:ext cx="207720" cy="207720"/>
              <a:chOff x="8146800" y="539640"/>
              <a:chExt cx="207720" cy="207720"/>
            </a:xfrm>
          </p:grpSpPr>
          <p:sp>
            <p:nvSpPr>
              <p:cNvPr id="17" name="Google Shape;1466;g34e3735cec0_0_0">
                <a:extLst>
                  <a:ext uri="{FF2B5EF4-FFF2-40B4-BE49-F238E27FC236}">
                    <a16:creationId xmlns:a16="http://schemas.microsoft.com/office/drawing/2014/main" id="{3CEBABE8-D26C-DBA0-F62E-46214BE94910}"/>
                  </a:ext>
                </a:extLst>
              </p:cNvPr>
              <p:cNvSpPr/>
              <p:nvPr/>
            </p:nvSpPr>
            <p:spPr>
              <a:xfrm>
                <a:off x="8146800" y="53964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8" name="Google Shape;1467;g34e3735cec0_0_0">
                <a:extLst>
                  <a:ext uri="{FF2B5EF4-FFF2-40B4-BE49-F238E27FC236}">
                    <a16:creationId xmlns:a16="http://schemas.microsoft.com/office/drawing/2014/main" id="{777AC86E-131B-06E4-4073-F814C855A188}"/>
                  </a:ext>
                </a:extLst>
              </p:cNvPr>
              <p:cNvSpPr/>
              <p:nvPr/>
            </p:nvSpPr>
            <p:spPr>
              <a:xfrm>
                <a:off x="8175960" y="56880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3" name="Google Shape;1468;g34e3735cec0_0_0">
              <a:extLst>
                <a:ext uri="{FF2B5EF4-FFF2-40B4-BE49-F238E27FC236}">
                  <a16:creationId xmlns:a16="http://schemas.microsoft.com/office/drawing/2014/main" id="{7F8FFA8F-E572-13EC-FECC-671A152B0BFE}"/>
                </a:ext>
              </a:extLst>
            </p:cNvPr>
            <p:cNvGrpSpPr/>
            <p:nvPr/>
          </p:nvGrpSpPr>
          <p:grpSpPr>
            <a:xfrm>
              <a:off x="7554240" y="2467800"/>
              <a:ext cx="207720" cy="207720"/>
              <a:chOff x="7554240" y="2467800"/>
              <a:chExt cx="207720" cy="207720"/>
            </a:xfrm>
          </p:grpSpPr>
          <p:sp>
            <p:nvSpPr>
              <p:cNvPr id="15" name="Google Shape;1469;g34e3735cec0_0_0">
                <a:extLst>
                  <a:ext uri="{FF2B5EF4-FFF2-40B4-BE49-F238E27FC236}">
                    <a16:creationId xmlns:a16="http://schemas.microsoft.com/office/drawing/2014/main" id="{42A67042-ED99-629C-249A-D40182EBE4F1}"/>
                  </a:ext>
                </a:extLst>
              </p:cNvPr>
              <p:cNvSpPr/>
              <p:nvPr/>
            </p:nvSpPr>
            <p:spPr>
              <a:xfrm>
                <a:off x="7554240" y="246780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6" name="Google Shape;1470;g34e3735cec0_0_0">
                <a:extLst>
                  <a:ext uri="{FF2B5EF4-FFF2-40B4-BE49-F238E27FC236}">
                    <a16:creationId xmlns:a16="http://schemas.microsoft.com/office/drawing/2014/main" id="{23051A19-9ED8-987B-AE46-67E60320F1C8}"/>
                  </a:ext>
                </a:extLst>
              </p:cNvPr>
              <p:cNvSpPr/>
              <p:nvPr/>
            </p:nvSpPr>
            <p:spPr>
              <a:xfrm>
                <a:off x="7583760" y="249696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14" name="Google Shape;1471;g34e3735cec0_0_0">
              <a:extLst>
                <a:ext uri="{FF2B5EF4-FFF2-40B4-BE49-F238E27FC236}">
                  <a16:creationId xmlns:a16="http://schemas.microsoft.com/office/drawing/2014/main" id="{95E3CF22-913B-EFA7-9014-88D6F9F63025}"/>
                </a:ext>
              </a:extLst>
            </p:cNvPr>
            <p:cNvSpPr/>
            <p:nvPr/>
          </p:nvSpPr>
          <p:spPr>
            <a:xfrm>
              <a:off x="7454520" y="4164120"/>
              <a:ext cx="147600" cy="14760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52200" bIns="5220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97"/>
                                        </p:tgtEl>
                                        <p:attrNameLst>
                                          <p:attrName>style.visibility</p:attrName>
                                        </p:attrNameLst>
                                      </p:cBhvr>
                                      <p:to>
                                        <p:strVal val="visible"/>
                                      </p:to>
                                    </p:set>
                                    <p:animEffect transition="in" filter="fade">
                                      <p:cBhvr>
                                        <p:cTn id="7" dur="1000"/>
                                        <p:tgtEl>
                                          <p:spTgt spid="897"/>
                                        </p:tgtEl>
                                      </p:cBhvr>
                                    </p:animEffect>
                                    <p:anim calcmode="lin" valueType="num">
                                      <p:cBhvr>
                                        <p:cTn id="8" dur="1000" fill="hold"/>
                                        <p:tgtEl>
                                          <p:spTgt spid="897"/>
                                        </p:tgtEl>
                                        <p:attrNameLst>
                                          <p:attrName>ppt_x</p:attrName>
                                        </p:attrNameLst>
                                      </p:cBhvr>
                                      <p:tavLst>
                                        <p:tav tm="0">
                                          <p:val>
                                            <p:strVal val="#ppt_x"/>
                                          </p:val>
                                        </p:tav>
                                        <p:tav tm="100000">
                                          <p:val>
                                            <p:strVal val="#ppt_x"/>
                                          </p:val>
                                        </p:tav>
                                      </p:tavLst>
                                    </p:anim>
                                    <p:anim calcmode="lin" valueType="num">
                                      <p:cBhvr>
                                        <p:cTn id="9" dur="1000" fill="hold"/>
                                        <p:tgtEl>
                                          <p:spTgt spid="89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7"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 name="PlaceHolder 1"/>
          <p:cNvSpPr>
            <a:spLocks noGrp="1"/>
          </p:cNvSpPr>
          <p:nvPr>
            <p:ph type="title"/>
          </p:nvPr>
        </p:nvSpPr>
        <p:spPr>
          <a:xfrm>
            <a:off x="439020" y="459720"/>
            <a:ext cx="6364440" cy="57240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 sz="3000" b="1" strike="noStrike" spc="-1" dirty="0">
                <a:solidFill>
                  <a:schemeClr val="dk2"/>
                </a:solidFill>
                <a:latin typeface="Poppins"/>
                <a:ea typeface="IBM Plex Mono"/>
              </a:rPr>
              <a:t>Les fraudes sur la carte CHIFA</a:t>
            </a:r>
            <a:endParaRPr lang="fr-FR" sz="3000" b="0" strike="noStrike" spc="-1" dirty="0">
              <a:solidFill>
                <a:srgbClr val="000000"/>
              </a:solidFill>
              <a:latin typeface="Arial"/>
            </a:endParaRPr>
          </a:p>
        </p:txBody>
      </p:sp>
      <p:grpSp>
        <p:nvGrpSpPr>
          <p:cNvPr id="900" name="Google Shape;1482;g34e3735cec0_0_73"/>
          <p:cNvGrpSpPr/>
          <p:nvPr/>
        </p:nvGrpSpPr>
        <p:grpSpPr>
          <a:xfrm>
            <a:off x="4572000" y="4023720"/>
            <a:ext cx="4558680" cy="1140480"/>
            <a:chOff x="4572000" y="4023720"/>
            <a:chExt cx="4558680" cy="1140480"/>
          </a:xfrm>
        </p:grpSpPr>
        <p:grpSp>
          <p:nvGrpSpPr>
            <p:cNvPr id="901" name="Google Shape;1483;g34e3735cec0_0_73"/>
            <p:cNvGrpSpPr/>
            <p:nvPr/>
          </p:nvGrpSpPr>
          <p:grpSpPr>
            <a:xfrm>
              <a:off x="4696200" y="4023720"/>
              <a:ext cx="2307960" cy="1140480"/>
              <a:chOff x="4696200" y="4023720"/>
              <a:chExt cx="2307960" cy="1140480"/>
            </a:xfrm>
          </p:grpSpPr>
          <p:sp>
            <p:nvSpPr>
              <p:cNvPr id="902" name="Google Shape;1484;g34e3735cec0_0_73"/>
              <p:cNvSpPr/>
              <p:nvPr/>
            </p:nvSpPr>
            <p:spPr>
              <a:xfrm rot="5400000">
                <a:off x="5359320" y="35197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03" name="Google Shape;1485;g34e3735cec0_0_73"/>
              <p:cNvSpPr/>
              <p:nvPr/>
            </p:nvSpPr>
            <p:spPr>
              <a:xfrm rot="5400000">
                <a:off x="5359680" y="336060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904" name="Google Shape;1486;g34e3735cec0_0_73"/>
            <p:cNvGrpSpPr/>
            <p:nvPr/>
          </p:nvGrpSpPr>
          <p:grpSpPr>
            <a:xfrm>
              <a:off x="4572000" y="4277520"/>
              <a:ext cx="4558680" cy="133920"/>
              <a:chOff x="4572000" y="4277520"/>
              <a:chExt cx="4558680" cy="133920"/>
            </a:xfrm>
          </p:grpSpPr>
          <p:sp>
            <p:nvSpPr>
              <p:cNvPr id="905" name="Google Shape;1487;g34e3735cec0_0_73"/>
              <p:cNvSpPr/>
              <p:nvPr/>
            </p:nvSpPr>
            <p:spPr>
              <a:xfrm>
                <a:off x="8996760" y="427752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906" name="Google Shape;1488;g34e3735cec0_0_73"/>
              <p:cNvCxnSpPr/>
              <p:nvPr/>
            </p:nvCxnSpPr>
            <p:spPr>
              <a:xfrm>
                <a:off x="4572000" y="4344480"/>
                <a:ext cx="4462920" cy="360"/>
              </a:xfrm>
              <a:prstGeom prst="straightConnector1">
                <a:avLst/>
              </a:prstGeom>
              <a:ln w="9525">
                <a:solidFill>
                  <a:srgbClr val="0C0A9E"/>
                </a:solidFill>
                <a:round/>
              </a:ln>
            </p:spPr>
          </p:cxnSp>
          <p:sp>
            <p:nvSpPr>
              <p:cNvPr id="907" name="Google Shape;1489;g34e3735cec0_0_73"/>
              <p:cNvSpPr/>
              <p:nvPr/>
            </p:nvSpPr>
            <p:spPr>
              <a:xfrm>
                <a:off x="9027000" y="430776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908" name="PlaceHolder 2"/>
          <p:cNvSpPr>
            <a:spLocks noGrp="1"/>
          </p:cNvSpPr>
          <p:nvPr>
            <p:ph type="subTitle"/>
          </p:nvPr>
        </p:nvSpPr>
        <p:spPr>
          <a:xfrm>
            <a:off x="568800" y="1119960"/>
            <a:ext cx="8182440" cy="4844520"/>
          </a:xfrm>
          <a:prstGeom prst="rect">
            <a:avLst/>
          </a:prstGeom>
          <a:noFill/>
          <a:ln w="0">
            <a:noFill/>
          </a:ln>
        </p:spPr>
        <p:txBody>
          <a:bodyPr lIns="91440" tIns="91440" rIns="91440" bIns="91440" anchor="t">
            <a:noAutofit/>
          </a:bodyPr>
          <a:lstStyle/>
          <a:p>
            <a:pPr marL="139680" indent="0">
              <a:lnSpc>
                <a:spcPct val="100000"/>
              </a:lnSpc>
              <a:buNone/>
              <a:tabLst>
                <a:tab pos="0" algn="l"/>
              </a:tabLst>
            </a:pPr>
            <a:r>
              <a:rPr lang="en" sz="1400" b="1" strike="noStrike" spc="-1" dirty="0">
                <a:solidFill>
                  <a:schemeClr val="dk1"/>
                </a:solidFill>
                <a:latin typeface="Poppins"/>
                <a:ea typeface="Poppins"/>
              </a:rPr>
              <a:t>Usurpation d’identité (Article 93 quater – Loi n° 08-01 de 2008) </a:t>
            </a:r>
            <a:r>
              <a:rPr lang="en" sz="1400" b="0" strike="noStrike" spc="-1" dirty="0">
                <a:solidFill>
                  <a:schemeClr val="dk1"/>
                </a:solidFill>
                <a:latin typeface="Poppins"/>
                <a:ea typeface="Poppins"/>
              </a:rPr>
              <a:t>:</a:t>
            </a:r>
            <a:endParaRPr lang="fr-FR" sz="1400" b="0" strike="noStrike" spc="-1" dirty="0">
              <a:solidFill>
                <a:srgbClr val="000000"/>
              </a:solidFill>
              <a:latin typeface="Arial"/>
            </a:endParaRPr>
          </a:p>
          <a:p>
            <a:pPr marL="457200" indent="-317520">
              <a:lnSpc>
                <a:spcPct val="100000"/>
              </a:lnSpc>
              <a:tabLst>
                <a:tab pos="0" algn="l"/>
              </a:tabLst>
            </a:pPr>
            <a:r>
              <a:rPr lang="en" sz="1400" b="0" strike="noStrike" spc="-1" dirty="0">
                <a:solidFill>
                  <a:schemeClr val="dk1"/>
                </a:solidFill>
                <a:latin typeface="Poppins"/>
                <a:ea typeface="Poppins"/>
              </a:rPr>
              <a:t>Toute personne qui remet ou se fait remettre illégalement une carte électronique d’assuré ou une clé électronique de structure/soignant, encourt :</a:t>
            </a:r>
            <a:endParaRPr lang="fr-FR" sz="1400" b="0" strike="noStrike" spc="-1" dirty="0">
              <a:solidFill>
                <a:srgbClr val="000000"/>
              </a:solidFill>
              <a:latin typeface="Arial"/>
            </a:endParaRPr>
          </a:p>
          <a:p>
            <a:pPr marL="457200" indent="-317520">
              <a:lnSpc>
                <a:spcPct val="100000"/>
              </a:lnSpc>
              <a:tabLst>
                <a:tab pos="0" algn="l"/>
              </a:tabLst>
            </a:pPr>
            <a:r>
              <a:rPr lang="en" sz="1400" b="0" strike="noStrike" spc="-1" dirty="0">
                <a:solidFill>
                  <a:schemeClr val="dk1"/>
                </a:solidFill>
                <a:latin typeface="Poppins"/>
                <a:ea typeface="Poppins"/>
              </a:rPr>
              <a:t>➤ 2 à 5 ans de prison</a:t>
            </a:r>
            <a:endParaRPr lang="fr-FR" sz="1400" b="0" strike="noStrike" spc="-1" dirty="0">
              <a:solidFill>
                <a:srgbClr val="000000"/>
              </a:solidFill>
              <a:latin typeface="Arial"/>
            </a:endParaRPr>
          </a:p>
          <a:p>
            <a:pPr marL="457200" indent="-317520">
              <a:lnSpc>
                <a:spcPct val="100000"/>
              </a:lnSpc>
              <a:tabLst>
                <a:tab pos="0" algn="l"/>
              </a:tabLst>
            </a:pPr>
            <a:r>
              <a:rPr lang="en" sz="1400" b="0" strike="noStrike" spc="-1" dirty="0">
                <a:solidFill>
                  <a:schemeClr val="dk1"/>
                </a:solidFill>
                <a:latin typeface="Poppins"/>
                <a:ea typeface="Poppins"/>
              </a:rPr>
              <a:t>➤ Amende de 100 000 à 200 000 DA</a:t>
            </a:r>
            <a:endParaRPr lang="fr-FR" sz="1400" b="0" strike="noStrike" spc="-1" dirty="0">
              <a:solidFill>
                <a:srgbClr val="000000"/>
              </a:solidFill>
              <a:latin typeface="Arial"/>
            </a:endParaRPr>
          </a:p>
          <a:p>
            <a:pPr marL="139680">
              <a:lnSpc>
                <a:spcPct val="100000"/>
              </a:lnSpc>
              <a:tabLst>
                <a:tab pos="0" algn="l"/>
              </a:tabLst>
            </a:pPr>
            <a:endParaRPr lang="fr-FR" sz="1400" b="0" strike="noStrike" spc="-1" dirty="0">
              <a:solidFill>
                <a:srgbClr val="000000"/>
              </a:solidFill>
              <a:latin typeface="Arial"/>
            </a:endParaRPr>
          </a:p>
          <a:p>
            <a:pPr marL="0" indent="0">
              <a:lnSpc>
                <a:spcPct val="100000"/>
              </a:lnSpc>
              <a:buNone/>
              <a:tabLst>
                <a:tab pos="0" algn="l"/>
              </a:tabLst>
            </a:pPr>
            <a:r>
              <a:rPr lang="en" sz="1400" b="1" strike="noStrike" spc="-1" dirty="0">
                <a:solidFill>
                  <a:schemeClr val="dk1"/>
                </a:solidFill>
                <a:latin typeface="Poppins"/>
                <a:ea typeface="Poppins"/>
              </a:rPr>
              <a:t>Collusion / falsification de documents (Article 222 du Code pénal) </a:t>
            </a:r>
            <a:r>
              <a:rPr lang="en" sz="1400" b="0" strike="noStrike" spc="-1" dirty="0">
                <a:solidFill>
                  <a:schemeClr val="dk1"/>
                </a:solidFill>
                <a:latin typeface="Poppins"/>
                <a:ea typeface="Poppins"/>
              </a:rPr>
              <a:t>:</a:t>
            </a:r>
            <a:endParaRPr lang="fr-FR" sz="1400" b="0" strike="noStrike" spc="-1" dirty="0">
              <a:solidFill>
                <a:srgbClr val="000000"/>
              </a:solidFill>
              <a:latin typeface="Arial"/>
            </a:endParaRPr>
          </a:p>
          <a:p>
            <a:pPr marL="457200" indent="-317520">
              <a:lnSpc>
                <a:spcPct val="100000"/>
              </a:lnSpc>
              <a:tabLst>
                <a:tab pos="0" algn="l"/>
              </a:tabLst>
            </a:pPr>
            <a:r>
              <a:rPr lang="en" sz="1400" b="0" strike="noStrike" spc="-1" dirty="0">
                <a:solidFill>
                  <a:schemeClr val="dk1"/>
                </a:solidFill>
                <a:latin typeface="Poppins"/>
                <a:ea typeface="Poppins"/>
              </a:rPr>
              <a:t>Toute falsification ou contrefaçon de documents officiels (ex. : cartes, bulletins,etc..) est punie de :</a:t>
            </a:r>
            <a:endParaRPr lang="fr-FR" sz="1400" b="0" strike="noStrike" spc="-1" dirty="0">
              <a:solidFill>
                <a:srgbClr val="000000"/>
              </a:solidFill>
              <a:latin typeface="Arial"/>
            </a:endParaRPr>
          </a:p>
          <a:p>
            <a:pPr marL="457200" indent="-317520">
              <a:lnSpc>
                <a:spcPct val="100000"/>
              </a:lnSpc>
              <a:tabLst>
                <a:tab pos="0" algn="l"/>
              </a:tabLst>
            </a:pPr>
            <a:r>
              <a:rPr lang="en" sz="1400" b="0" strike="noStrike" spc="-1" dirty="0">
                <a:solidFill>
                  <a:schemeClr val="dk1"/>
                </a:solidFill>
                <a:latin typeface="Poppins"/>
                <a:ea typeface="Poppins"/>
              </a:rPr>
              <a:t>➤ 6 mois à 3 ans de prison</a:t>
            </a:r>
            <a:endParaRPr lang="fr-FR" sz="1400" b="0" strike="noStrike" spc="-1" dirty="0">
              <a:solidFill>
                <a:srgbClr val="000000"/>
              </a:solidFill>
              <a:latin typeface="Arial"/>
            </a:endParaRPr>
          </a:p>
          <a:p>
            <a:pPr marL="457200" indent="-317520">
              <a:lnSpc>
                <a:spcPct val="100000"/>
              </a:lnSpc>
              <a:tabLst>
                <a:tab pos="0" algn="l"/>
              </a:tabLst>
            </a:pPr>
            <a:r>
              <a:rPr lang="en" sz="1400" b="0" strike="noStrike" spc="-1" dirty="0">
                <a:solidFill>
                  <a:schemeClr val="dk1"/>
                </a:solidFill>
                <a:latin typeface="Poppins"/>
                <a:ea typeface="Poppins"/>
              </a:rPr>
              <a:t>➤ Amende de 1 500 à 15 000 DA</a:t>
            </a:r>
            <a:endParaRPr lang="fr-FR" sz="1400" b="0" strike="noStrike" spc="-1" dirty="0">
              <a:solidFill>
                <a:srgbClr val="000000"/>
              </a:solidFill>
              <a:latin typeface="Arial"/>
            </a:endParaRPr>
          </a:p>
          <a:p>
            <a:pPr marL="457200" indent="-317520">
              <a:lnSpc>
                <a:spcPct val="100000"/>
              </a:lnSpc>
              <a:tabLst>
                <a:tab pos="0" algn="l"/>
              </a:tabLst>
            </a:pPr>
            <a:endParaRPr lang="fr-FR" sz="1400" b="0" strike="noStrike" spc="-1" dirty="0">
              <a:solidFill>
                <a:srgbClr val="000000"/>
              </a:solidFill>
              <a:latin typeface="Arial"/>
            </a:endParaRPr>
          </a:p>
          <a:p>
            <a:pPr marL="457200" indent="-317520">
              <a:lnSpc>
                <a:spcPct val="100000"/>
              </a:lnSpc>
              <a:tabLst>
                <a:tab pos="0" algn="l"/>
              </a:tabLst>
            </a:pPr>
            <a:endParaRPr lang="fr-FR" sz="14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99"/>
                                        </p:tgtEl>
                                        <p:attrNameLst>
                                          <p:attrName>style.visibility</p:attrName>
                                        </p:attrNameLst>
                                      </p:cBhvr>
                                      <p:to>
                                        <p:strVal val="visible"/>
                                      </p:to>
                                    </p:set>
                                    <p:animEffect transition="in" filter="fade">
                                      <p:cBhvr>
                                        <p:cTn id="7" dur="1000"/>
                                        <p:tgtEl>
                                          <p:spTgt spid="899"/>
                                        </p:tgtEl>
                                      </p:cBhvr>
                                    </p:animEffect>
                                    <p:anim calcmode="lin" valueType="num">
                                      <p:cBhvr>
                                        <p:cTn id="8" dur="1000" fill="hold"/>
                                        <p:tgtEl>
                                          <p:spTgt spid="899"/>
                                        </p:tgtEl>
                                        <p:attrNameLst>
                                          <p:attrName>ppt_x</p:attrName>
                                        </p:attrNameLst>
                                      </p:cBhvr>
                                      <p:tavLst>
                                        <p:tav tm="0">
                                          <p:val>
                                            <p:strVal val="#ppt_x"/>
                                          </p:val>
                                        </p:tav>
                                        <p:tav tm="100000">
                                          <p:val>
                                            <p:strVal val="#ppt_x"/>
                                          </p:val>
                                        </p:tav>
                                      </p:tavLst>
                                    </p:anim>
                                    <p:anim calcmode="lin" valueType="num">
                                      <p:cBhvr>
                                        <p:cTn id="9" dur="1000" fill="hold"/>
                                        <p:tgtEl>
                                          <p:spTgt spid="89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08">
                                            <p:txEl>
                                              <p:pRg st="0" end="0"/>
                                            </p:txEl>
                                          </p:spTgt>
                                        </p:tgtEl>
                                        <p:attrNameLst>
                                          <p:attrName>style.visibility</p:attrName>
                                        </p:attrNameLst>
                                      </p:cBhvr>
                                      <p:to>
                                        <p:strVal val="visible"/>
                                      </p:to>
                                    </p:set>
                                    <p:animEffect transition="in" filter="fade">
                                      <p:cBhvr>
                                        <p:cTn id="12" dur="1000"/>
                                        <p:tgtEl>
                                          <p:spTgt spid="908">
                                            <p:txEl>
                                              <p:pRg st="0" end="0"/>
                                            </p:txEl>
                                          </p:spTgt>
                                        </p:tgtEl>
                                      </p:cBhvr>
                                    </p:animEffect>
                                    <p:anim calcmode="lin" valueType="num">
                                      <p:cBhvr>
                                        <p:cTn id="13" dur="1000" fill="hold"/>
                                        <p:tgtEl>
                                          <p:spTgt spid="908">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90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08">
                                            <p:txEl>
                                              <p:pRg st="1" end="1"/>
                                            </p:txEl>
                                          </p:spTgt>
                                        </p:tgtEl>
                                        <p:attrNameLst>
                                          <p:attrName>style.visibility</p:attrName>
                                        </p:attrNameLst>
                                      </p:cBhvr>
                                      <p:to>
                                        <p:strVal val="visible"/>
                                      </p:to>
                                    </p:set>
                                    <p:animEffect transition="in" filter="fade">
                                      <p:cBhvr>
                                        <p:cTn id="19" dur="1000"/>
                                        <p:tgtEl>
                                          <p:spTgt spid="908">
                                            <p:txEl>
                                              <p:pRg st="1" end="1"/>
                                            </p:txEl>
                                          </p:spTgt>
                                        </p:tgtEl>
                                      </p:cBhvr>
                                    </p:animEffect>
                                    <p:anim calcmode="lin" valueType="num">
                                      <p:cBhvr>
                                        <p:cTn id="20" dur="1000" fill="hold"/>
                                        <p:tgtEl>
                                          <p:spTgt spid="908">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90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908">
                                            <p:txEl>
                                              <p:pRg st="2" end="2"/>
                                            </p:txEl>
                                          </p:spTgt>
                                        </p:tgtEl>
                                        <p:attrNameLst>
                                          <p:attrName>style.visibility</p:attrName>
                                        </p:attrNameLst>
                                      </p:cBhvr>
                                      <p:to>
                                        <p:strVal val="visible"/>
                                      </p:to>
                                    </p:set>
                                    <p:animEffect transition="in" filter="fade">
                                      <p:cBhvr>
                                        <p:cTn id="26" dur="1000"/>
                                        <p:tgtEl>
                                          <p:spTgt spid="908">
                                            <p:txEl>
                                              <p:pRg st="2" end="2"/>
                                            </p:txEl>
                                          </p:spTgt>
                                        </p:tgtEl>
                                      </p:cBhvr>
                                    </p:animEffect>
                                    <p:anim calcmode="lin" valueType="num">
                                      <p:cBhvr>
                                        <p:cTn id="27" dur="1000" fill="hold"/>
                                        <p:tgtEl>
                                          <p:spTgt spid="908">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90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908">
                                            <p:txEl>
                                              <p:pRg st="3" end="3"/>
                                            </p:txEl>
                                          </p:spTgt>
                                        </p:tgtEl>
                                        <p:attrNameLst>
                                          <p:attrName>style.visibility</p:attrName>
                                        </p:attrNameLst>
                                      </p:cBhvr>
                                      <p:to>
                                        <p:strVal val="visible"/>
                                      </p:to>
                                    </p:set>
                                    <p:animEffect transition="in" filter="fade">
                                      <p:cBhvr>
                                        <p:cTn id="33" dur="1000"/>
                                        <p:tgtEl>
                                          <p:spTgt spid="908">
                                            <p:txEl>
                                              <p:pRg st="3" end="3"/>
                                            </p:txEl>
                                          </p:spTgt>
                                        </p:tgtEl>
                                      </p:cBhvr>
                                    </p:animEffect>
                                    <p:anim calcmode="lin" valueType="num">
                                      <p:cBhvr>
                                        <p:cTn id="34" dur="1000" fill="hold"/>
                                        <p:tgtEl>
                                          <p:spTgt spid="908">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90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908">
                                            <p:txEl>
                                              <p:pRg st="5" end="5"/>
                                            </p:txEl>
                                          </p:spTgt>
                                        </p:tgtEl>
                                        <p:attrNameLst>
                                          <p:attrName>style.visibility</p:attrName>
                                        </p:attrNameLst>
                                      </p:cBhvr>
                                      <p:to>
                                        <p:strVal val="visible"/>
                                      </p:to>
                                    </p:set>
                                    <p:animEffect transition="in" filter="fade">
                                      <p:cBhvr>
                                        <p:cTn id="40" dur="1000"/>
                                        <p:tgtEl>
                                          <p:spTgt spid="908">
                                            <p:txEl>
                                              <p:pRg st="5" end="5"/>
                                            </p:txEl>
                                          </p:spTgt>
                                        </p:tgtEl>
                                      </p:cBhvr>
                                    </p:animEffect>
                                    <p:anim calcmode="lin" valueType="num">
                                      <p:cBhvr>
                                        <p:cTn id="41" dur="1000" fill="hold"/>
                                        <p:tgtEl>
                                          <p:spTgt spid="908">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90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908">
                                            <p:txEl>
                                              <p:pRg st="6" end="6"/>
                                            </p:txEl>
                                          </p:spTgt>
                                        </p:tgtEl>
                                        <p:attrNameLst>
                                          <p:attrName>style.visibility</p:attrName>
                                        </p:attrNameLst>
                                      </p:cBhvr>
                                      <p:to>
                                        <p:strVal val="visible"/>
                                      </p:to>
                                    </p:set>
                                    <p:animEffect transition="in" filter="fade">
                                      <p:cBhvr>
                                        <p:cTn id="47" dur="1000"/>
                                        <p:tgtEl>
                                          <p:spTgt spid="908">
                                            <p:txEl>
                                              <p:pRg st="6" end="6"/>
                                            </p:txEl>
                                          </p:spTgt>
                                        </p:tgtEl>
                                      </p:cBhvr>
                                    </p:animEffect>
                                    <p:anim calcmode="lin" valueType="num">
                                      <p:cBhvr>
                                        <p:cTn id="48" dur="1000" fill="hold"/>
                                        <p:tgtEl>
                                          <p:spTgt spid="908">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90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908">
                                            <p:txEl>
                                              <p:pRg st="7" end="7"/>
                                            </p:txEl>
                                          </p:spTgt>
                                        </p:tgtEl>
                                        <p:attrNameLst>
                                          <p:attrName>style.visibility</p:attrName>
                                        </p:attrNameLst>
                                      </p:cBhvr>
                                      <p:to>
                                        <p:strVal val="visible"/>
                                      </p:to>
                                    </p:set>
                                    <p:animEffect transition="in" filter="fade">
                                      <p:cBhvr>
                                        <p:cTn id="54" dur="1000"/>
                                        <p:tgtEl>
                                          <p:spTgt spid="908">
                                            <p:txEl>
                                              <p:pRg st="7" end="7"/>
                                            </p:txEl>
                                          </p:spTgt>
                                        </p:tgtEl>
                                      </p:cBhvr>
                                    </p:animEffect>
                                    <p:anim calcmode="lin" valueType="num">
                                      <p:cBhvr>
                                        <p:cTn id="55" dur="1000" fill="hold"/>
                                        <p:tgtEl>
                                          <p:spTgt spid="908">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90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908">
                                            <p:txEl>
                                              <p:pRg st="8" end="8"/>
                                            </p:txEl>
                                          </p:spTgt>
                                        </p:tgtEl>
                                        <p:attrNameLst>
                                          <p:attrName>style.visibility</p:attrName>
                                        </p:attrNameLst>
                                      </p:cBhvr>
                                      <p:to>
                                        <p:strVal val="visible"/>
                                      </p:to>
                                    </p:set>
                                    <p:animEffect transition="in" filter="fade">
                                      <p:cBhvr>
                                        <p:cTn id="61" dur="1000"/>
                                        <p:tgtEl>
                                          <p:spTgt spid="908">
                                            <p:txEl>
                                              <p:pRg st="8" end="8"/>
                                            </p:txEl>
                                          </p:spTgt>
                                        </p:tgtEl>
                                      </p:cBhvr>
                                    </p:animEffect>
                                    <p:anim calcmode="lin" valueType="num">
                                      <p:cBhvr>
                                        <p:cTn id="62" dur="1000" fill="hold"/>
                                        <p:tgtEl>
                                          <p:spTgt spid="908">
                                            <p:txEl>
                                              <p:pRg st="8" end="8"/>
                                            </p:txEl>
                                          </p:spTgt>
                                        </p:tgtEl>
                                        <p:attrNameLst>
                                          <p:attrName>ppt_x</p:attrName>
                                        </p:attrNameLst>
                                      </p:cBhvr>
                                      <p:tavLst>
                                        <p:tav tm="0">
                                          <p:val>
                                            <p:strVal val="#ppt_x"/>
                                          </p:val>
                                        </p:tav>
                                        <p:tav tm="100000">
                                          <p:val>
                                            <p:strVal val="#ppt_x"/>
                                          </p:val>
                                        </p:tav>
                                      </p:tavLst>
                                    </p:anim>
                                    <p:anim calcmode="lin" valueType="num">
                                      <p:cBhvr>
                                        <p:cTn id="63" dur="1000" fill="hold"/>
                                        <p:tgtEl>
                                          <p:spTgt spid="908">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9" grpId="0"/>
      <p:bldP spid="90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09" name="Google Shape;1496;g34e49acc5b4_4_0"/>
          <p:cNvGrpSpPr/>
          <p:nvPr/>
        </p:nvGrpSpPr>
        <p:grpSpPr>
          <a:xfrm>
            <a:off x="-368640" y="3354480"/>
            <a:ext cx="3922200" cy="2969640"/>
            <a:chOff x="-368640" y="3354480"/>
            <a:chExt cx="3922200" cy="2969640"/>
          </a:xfrm>
        </p:grpSpPr>
        <p:pic>
          <p:nvPicPr>
            <p:cNvPr id="910" name="Google Shape;1497;g34e49acc5b4_4_0"/>
            <p:cNvPicPr/>
            <p:nvPr/>
          </p:nvPicPr>
          <p:blipFill>
            <a:blip r:embed="rId2"/>
            <a:srcRect l="16959" t="24713" r="7122" b="26173"/>
            <a:stretch/>
          </p:blipFill>
          <p:spPr>
            <a:xfrm>
              <a:off x="-368640" y="3354480"/>
              <a:ext cx="3890880" cy="2969640"/>
            </a:xfrm>
            <a:prstGeom prst="rect">
              <a:avLst/>
            </a:prstGeom>
            <a:ln w="0">
              <a:noFill/>
            </a:ln>
          </p:spPr>
        </p:pic>
        <p:grpSp>
          <p:nvGrpSpPr>
            <p:cNvPr id="911" name="Google Shape;1498;g34e49acc5b4_4_0"/>
            <p:cNvGrpSpPr/>
            <p:nvPr/>
          </p:nvGrpSpPr>
          <p:grpSpPr>
            <a:xfrm>
              <a:off x="1859400" y="4445640"/>
              <a:ext cx="1694160" cy="1359720"/>
              <a:chOff x="1859400" y="4445640"/>
              <a:chExt cx="1694160" cy="1359720"/>
            </a:xfrm>
          </p:grpSpPr>
          <p:sp>
            <p:nvSpPr>
              <p:cNvPr id="912" name="Google Shape;1499;g34e49acc5b4_4_0"/>
              <p:cNvSpPr/>
              <p:nvPr/>
            </p:nvSpPr>
            <p:spPr>
              <a:xfrm>
                <a:off x="2293200" y="4713840"/>
                <a:ext cx="1260360" cy="1091520"/>
              </a:xfrm>
              <a:custGeom>
                <a:avLst/>
                <a:gdLst>
                  <a:gd name="textAreaLeft" fmla="*/ 0 w 1260360"/>
                  <a:gd name="textAreaRight" fmla="*/ 1260720 w 1260360"/>
                  <a:gd name="textAreaTop" fmla="*/ 0 h 1091520"/>
                  <a:gd name="textAreaBottom" fmla="*/ 1091880 h 10915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13" name="Google Shape;1500;g34e49acc5b4_4_0"/>
              <p:cNvSpPr/>
              <p:nvPr/>
            </p:nvSpPr>
            <p:spPr>
              <a:xfrm>
                <a:off x="2269800" y="444564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14" name="Google Shape;1501;g34e49acc5b4_4_0"/>
              <p:cNvSpPr/>
              <p:nvPr/>
            </p:nvSpPr>
            <p:spPr>
              <a:xfrm>
                <a:off x="1859400" y="471384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915" name="PlaceHolder 1"/>
          <p:cNvSpPr>
            <a:spLocks noGrp="1"/>
          </p:cNvSpPr>
          <p:nvPr>
            <p:ph type="title"/>
          </p:nvPr>
        </p:nvSpPr>
        <p:spPr>
          <a:xfrm>
            <a:off x="518940" y="1449720"/>
            <a:ext cx="5597640" cy="67176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5500" b="1" strike="noStrike" spc="-1" dirty="0">
                <a:solidFill>
                  <a:schemeClr val="dk2"/>
                </a:solidFill>
                <a:latin typeface="Poppins"/>
                <a:ea typeface="Times New Roman"/>
              </a:rPr>
              <a:t>Problématique</a:t>
            </a:r>
            <a:r>
              <a:rPr lang="en" sz="5400" b="1" strike="noStrike" spc="-1" dirty="0">
                <a:solidFill>
                  <a:schemeClr val="dk2"/>
                </a:solidFill>
                <a:latin typeface="Poppins"/>
                <a:ea typeface="Times New Roman"/>
              </a:rPr>
              <a:t> </a:t>
            </a:r>
            <a:br>
              <a:rPr sz="4800" dirty="0"/>
            </a:br>
            <a:endParaRPr lang="fr-FR" sz="5400" b="0" strike="noStrike" spc="-1" dirty="0">
              <a:solidFill>
                <a:srgbClr val="000000"/>
              </a:solidFill>
              <a:latin typeface="Arial"/>
            </a:endParaRPr>
          </a:p>
        </p:txBody>
      </p:sp>
      <p:grpSp>
        <p:nvGrpSpPr>
          <p:cNvPr id="916" name="Google Shape;1503;g34e49acc5b4_4_0"/>
          <p:cNvGrpSpPr/>
          <p:nvPr/>
        </p:nvGrpSpPr>
        <p:grpSpPr>
          <a:xfrm>
            <a:off x="6487560" y="-1301040"/>
            <a:ext cx="4267800" cy="6665400"/>
            <a:chOff x="6487560" y="-1301040"/>
            <a:chExt cx="4267800" cy="6665400"/>
          </a:xfrm>
        </p:grpSpPr>
        <p:sp>
          <p:nvSpPr>
            <p:cNvPr id="917" name="Google Shape;1504;g34e49acc5b4_4_0"/>
            <p:cNvSpPr/>
            <p:nvPr/>
          </p:nvSpPr>
          <p:spPr>
            <a:xfrm>
              <a:off x="6727680" y="10332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18" name="Google Shape;1505;g34e49acc5b4_4_0"/>
            <p:cNvSpPr/>
            <p:nvPr/>
          </p:nvSpPr>
          <p:spPr>
            <a:xfrm>
              <a:off x="7070400" y="8136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19" name="Google Shape;1506;g34e49acc5b4_4_0"/>
            <p:cNvSpPr/>
            <p:nvPr/>
          </p:nvSpPr>
          <p:spPr>
            <a:xfrm>
              <a:off x="7602480" y="24552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20" name="Google Shape;1507;g34e49acc5b4_4_0"/>
            <p:cNvSpPr/>
            <p:nvPr/>
          </p:nvSpPr>
          <p:spPr>
            <a:xfrm>
              <a:off x="7235280" y="62244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21" name="Google Shape;1508;g34e49acc5b4_4_0"/>
            <p:cNvSpPr/>
            <p:nvPr/>
          </p:nvSpPr>
          <p:spPr>
            <a:xfrm>
              <a:off x="6933240" y="62136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pic>
          <p:nvPicPr>
            <p:cNvPr id="922" name="Google Shape;1509;g34e49acc5b4_4_0"/>
            <p:cNvPicPr/>
            <p:nvPr/>
          </p:nvPicPr>
          <p:blipFill>
            <a:blip r:embed="rId2"/>
            <a:srcRect l="16959" t="24713" r="7122" b="26173"/>
            <a:stretch/>
          </p:blipFill>
          <p:spPr>
            <a:xfrm>
              <a:off x="6487560" y="-1301040"/>
              <a:ext cx="4198320" cy="3204000"/>
            </a:xfrm>
            <a:prstGeom prst="rect">
              <a:avLst/>
            </a:prstGeom>
            <a:ln w="0">
              <a:noFill/>
            </a:ln>
          </p:spPr>
        </p:pic>
        <p:grpSp>
          <p:nvGrpSpPr>
            <p:cNvPr id="923" name="Google Shape;1510;g34e49acc5b4_4_0"/>
            <p:cNvGrpSpPr/>
            <p:nvPr/>
          </p:nvGrpSpPr>
          <p:grpSpPr>
            <a:xfrm>
              <a:off x="8232840" y="4254480"/>
              <a:ext cx="708120" cy="707760"/>
              <a:chOff x="8232840" y="4254480"/>
              <a:chExt cx="708120" cy="707760"/>
            </a:xfrm>
          </p:grpSpPr>
          <p:sp>
            <p:nvSpPr>
              <p:cNvPr id="924" name="Google Shape;1511;g34e49acc5b4_4_0"/>
              <p:cNvSpPr/>
              <p:nvPr/>
            </p:nvSpPr>
            <p:spPr>
              <a:xfrm rot="5400000">
                <a:off x="8691480" y="425448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25" name="Google Shape;1512;g34e49acc5b4_4_0"/>
              <p:cNvSpPr/>
              <p:nvPr/>
            </p:nvSpPr>
            <p:spPr>
              <a:xfrm rot="5400000">
                <a:off x="8615160" y="433080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26" name="Google Shape;1513;g34e49acc5b4_4_0"/>
              <p:cNvSpPr/>
              <p:nvPr/>
            </p:nvSpPr>
            <p:spPr>
              <a:xfrm rot="5400000">
                <a:off x="8538840" y="4407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27" name="Google Shape;1514;g34e49acc5b4_4_0"/>
              <p:cNvSpPr/>
              <p:nvPr/>
            </p:nvSpPr>
            <p:spPr>
              <a:xfrm rot="5400000">
                <a:off x="8462160" y="4483440"/>
                <a:ext cx="249480" cy="249120"/>
              </a:xfrm>
              <a:custGeom>
                <a:avLst/>
                <a:gdLst>
                  <a:gd name="textAreaLeft" fmla="*/ 0 w 249480"/>
                  <a:gd name="textAreaRight" fmla="*/ 249840 w 249480"/>
                  <a:gd name="textAreaTop" fmla="*/ 0 h 249120"/>
                  <a:gd name="textAreaBottom" fmla="*/ 249480 h 249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28" name="Google Shape;1515;g34e49acc5b4_4_0"/>
              <p:cNvSpPr/>
              <p:nvPr/>
            </p:nvSpPr>
            <p:spPr>
              <a:xfrm rot="5400000">
                <a:off x="8385840" y="4560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29" name="Google Shape;1516;g34e49acc5b4_4_0"/>
              <p:cNvSpPr/>
              <p:nvPr/>
            </p:nvSpPr>
            <p:spPr>
              <a:xfrm rot="5400000">
                <a:off x="8309520" y="4636800"/>
                <a:ext cx="249120" cy="249120"/>
              </a:xfrm>
              <a:custGeom>
                <a:avLst/>
                <a:gdLst>
                  <a:gd name="textAreaLeft" fmla="*/ 0 w 249120"/>
                  <a:gd name="textAreaRight" fmla="*/ 249480 w 249120"/>
                  <a:gd name="textAreaTop" fmla="*/ 0 h 249120"/>
                  <a:gd name="textAreaBottom" fmla="*/ 249480 h 249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30" name="Google Shape;1517;g34e49acc5b4_4_0"/>
              <p:cNvSpPr/>
              <p:nvPr/>
            </p:nvSpPr>
            <p:spPr>
              <a:xfrm rot="5400000">
                <a:off x="8232840" y="471276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931" name="Google Shape;1518;g34e49acc5b4_4_0"/>
            <p:cNvGrpSpPr/>
            <p:nvPr/>
          </p:nvGrpSpPr>
          <p:grpSpPr>
            <a:xfrm>
              <a:off x="8999280" y="3354480"/>
              <a:ext cx="457920" cy="457200"/>
              <a:chOff x="8999280" y="3354480"/>
              <a:chExt cx="457920" cy="457200"/>
            </a:xfrm>
          </p:grpSpPr>
          <p:sp>
            <p:nvSpPr>
              <p:cNvPr id="932" name="Google Shape;1519;g34e49acc5b4_4_0"/>
              <p:cNvSpPr/>
              <p:nvPr/>
            </p:nvSpPr>
            <p:spPr>
              <a:xfrm rot="5400000">
                <a:off x="9295920" y="335448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33" name="Google Shape;1520;g34e49acc5b4_4_0"/>
              <p:cNvSpPr/>
              <p:nvPr/>
            </p:nvSpPr>
            <p:spPr>
              <a:xfrm rot="5400000">
                <a:off x="9246600" y="340344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34" name="Google Shape;1521;g34e49acc5b4_4_0"/>
              <p:cNvSpPr/>
              <p:nvPr/>
            </p:nvSpPr>
            <p:spPr>
              <a:xfrm rot="5400000">
                <a:off x="9197280" y="345312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35" name="Google Shape;1522;g34e49acc5b4_4_0"/>
              <p:cNvSpPr/>
              <p:nvPr/>
            </p:nvSpPr>
            <p:spPr>
              <a:xfrm rot="5400000">
                <a:off x="9147600" y="3502440"/>
                <a:ext cx="161280" cy="160920"/>
              </a:xfrm>
              <a:custGeom>
                <a:avLst/>
                <a:gdLst>
                  <a:gd name="textAreaLeft" fmla="*/ 0 w 161280"/>
                  <a:gd name="textAreaRight" fmla="*/ 161640 w 161280"/>
                  <a:gd name="textAreaTop" fmla="*/ 0 h 160920"/>
                  <a:gd name="textAreaBottom" fmla="*/ 161280 h 1609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36" name="Google Shape;1523;g34e49acc5b4_4_0"/>
              <p:cNvSpPr/>
              <p:nvPr/>
            </p:nvSpPr>
            <p:spPr>
              <a:xfrm rot="5400000">
                <a:off x="9098280" y="355176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37" name="Google Shape;1524;g34e49acc5b4_4_0"/>
              <p:cNvSpPr/>
              <p:nvPr/>
            </p:nvSpPr>
            <p:spPr>
              <a:xfrm rot="5400000">
                <a:off x="9048960" y="3601440"/>
                <a:ext cx="160920" cy="160920"/>
              </a:xfrm>
              <a:custGeom>
                <a:avLst/>
                <a:gdLst>
                  <a:gd name="textAreaLeft" fmla="*/ 0 w 160920"/>
                  <a:gd name="textAreaRight" fmla="*/ 161280 w 160920"/>
                  <a:gd name="textAreaTop" fmla="*/ 0 h 160920"/>
                  <a:gd name="textAreaBottom" fmla="*/ 161280 h 1609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38" name="Google Shape;1525;g34e49acc5b4_4_0"/>
              <p:cNvSpPr/>
              <p:nvPr/>
            </p:nvSpPr>
            <p:spPr>
              <a:xfrm rot="5400000">
                <a:off x="8999280" y="365040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939" name="Google Shape;1526;g34e49acc5b4_4_0"/>
            <p:cNvGrpSpPr/>
            <p:nvPr/>
          </p:nvGrpSpPr>
          <p:grpSpPr>
            <a:xfrm>
              <a:off x="8146800" y="539640"/>
              <a:ext cx="207720" cy="207720"/>
              <a:chOff x="8146800" y="539640"/>
              <a:chExt cx="207720" cy="207720"/>
            </a:xfrm>
          </p:grpSpPr>
          <p:sp>
            <p:nvSpPr>
              <p:cNvPr id="940" name="Google Shape;1527;g34e49acc5b4_4_0"/>
              <p:cNvSpPr/>
              <p:nvPr/>
            </p:nvSpPr>
            <p:spPr>
              <a:xfrm>
                <a:off x="8146800" y="53964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41" name="Google Shape;1528;g34e49acc5b4_4_0"/>
              <p:cNvSpPr/>
              <p:nvPr/>
            </p:nvSpPr>
            <p:spPr>
              <a:xfrm>
                <a:off x="8175960" y="56880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942" name="Google Shape;1529;g34e49acc5b4_4_0"/>
            <p:cNvGrpSpPr/>
            <p:nvPr/>
          </p:nvGrpSpPr>
          <p:grpSpPr>
            <a:xfrm>
              <a:off x="7554240" y="2467800"/>
              <a:ext cx="207720" cy="207720"/>
              <a:chOff x="7554240" y="2467800"/>
              <a:chExt cx="207720" cy="207720"/>
            </a:xfrm>
          </p:grpSpPr>
          <p:sp>
            <p:nvSpPr>
              <p:cNvPr id="943" name="Google Shape;1530;g34e49acc5b4_4_0"/>
              <p:cNvSpPr/>
              <p:nvPr/>
            </p:nvSpPr>
            <p:spPr>
              <a:xfrm>
                <a:off x="7554240" y="246780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44" name="Google Shape;1531;g34e49acc5b4_4_0"/>
              <p:cNvSpPr/>
              <p:nvPr/>
            </p:nvSpPr>
            <p:spPr>
              <a:xfrm>
                <a:off x="7583760" y="249696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945" name="Google Shape;1532;g34e49acc5b4_4_0"/>
            <p:cNvSpPr/>
            <p:nvPr/>
          </p:nvSpPr>
          <p:spPr>
            <a:xfrm>
              <a:off x="7454520" y="4164120"/>
              <a:ext cx="147600" cy="14760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52200" bIns="5220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946" name="Google Shape;1533;g34e49acc5b4_4_0"/>
          <p:cNvGrpSpPr/>
          <p:nvPr/>
        </p:nvGrpSpPr>
        <p:grpSpPr>
          <a:xfrm>
            <a:off x="1368720" y="1885320"/>
            <a:ext cx="4559040" cy="133920"/>
            <a:chOff x="1368720" y="1885320"/>
            <a:chExt cx="4559040" cy="133920"/>
          </a:xfrm>
        </p:grpSpPr>
        <p:sp>
          <p:nvSpPr>
            <p:cNvPr id="947" name="Google Shape;1534;g34e49acc5b4_4_0"/>
            <p:cNvSpPr/>
            <p:nvPr/>
          </p:nvSpPr>
          <p:spPr>
            <a:xfrm>
              <a:off x="5793840" y="188532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948" name="Google Shape;1535;g34e49acc5b4_4_0"/>
            <p:cNvCxnSpPr/>
            <p:nvPr/>
          </p:nvCxnSpPr>
          <p:spPr>
            <a:xfrm>
              <a:off x="1368720" y="1951920"/>
              <a:ext cx="4462920" cy="360"/>
            </a:xfrm>
            <a:prstGeom prst="straightConnector1">
              <a:avLst/>
            </a:prstGeom>
            <a:ln w="9525">
              <a:solidFill>
                <a:srgbClr val="0C0A9E"/>
              </a:solidFill>
              <a:round/>
            </a:ln>
          </p:spPr>
        </p:cxnSp>
        <p:sp>
          <p:nvSpPr>
            <p:cNvPr id="949" name="Google Shape;1536;g34e49acc5b4_4_0"/>
            <p:cNvSpPr/>
            <p:nvPr/>
          </p:nvSpPr>
          <p:spPr>
            <a:xfrm>
              <a:off x="5823720" y="191520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950" name="Google Shape;1537;g34e49acc5b4_4_0"/>
          <p:cNvSpPr/>
          <p:nvPr/>
        </p:nvSpPr>
        <p:spPr>
          <a:xfrm>
            <a:off x="513180" y="2331595"/>
            <a:ext cx="6776280" cy="1444691"/>
          </a:xfrm>
          <a:prstGeom prst="rect">
            <a:avLst/>
          </a:prstGeom>
          <a:noFill/>
          <a:ln w="0">
            <a:noFill/>
          </a:ln>
        </p:spPr>
        <p:style>
          <a:lnRef idx="0">
            <a:scrgbClr r="0" g="0" b="0"/>
          </a:lnRef>
          <a:fillRef idx="0">
            <a:scrgbClr r="0" g="0" b="0"/>
          </a:fillRef>
          <a:effectRef idx="0">
            <a:scrgbClr r="0" g="0" b="0"/>
          </a:effectRef>
          <a:fontRef idx="minor"/>
        </p:style>
        <p:txBody>
          <a:bodyPr wrap="square" tIns="91440" bIns="91440" anchor="t">
            <a:spAutoFit/>
          </a:bodyPr>
          <a:lstStyle/>
          <a:p>
            <a:pPr algn="just">
              <a:lnSpc>
                <a:spcPct val="150000"/>
              </a:lnSpc>
              <a:tabLst>
                <a:tab pos="0" algn="l"/>
              </a:tabLst>
            </a:pPr>
            <a:endParaRPr lang="en" sz="1400" b="0" strike="noStrike" spc="-1" dirty="0">
              <a:solidFill>
                <a:srgbClr val="000000"/>
              </a:solidFill>
              <a:latin typeface="Poppins"/>
              <a:ea typeface="Arial"/>
            </a:endParaRPr>
          </a:p>
          <a:p>
            <a:pPr algn="just">
              <a:lnSpc>
                <a:spcPct val="150000"/>
              </a:lnSpc>
              <a:tabLst>
                <a:tab pos="0" algn="l"/>
              </a:tabLst>
            </a:pPr>
            <a:r>
              <a:rPr lang="en" sz="1400" b="0" strike="noStrike" spc="-1" dirty="0">
                <a:solidFill>
                  <a:srgbClr val="000000"/>
                </a:solidFill>
                <a:latin typeface="Poppins"/>
                <a:ea typeface="Arial"/>
              </a:rPr>
              <a:t>Comment peut-on, à l’aide d’outils simples et innovants, prévenir, détecter et réduire l</a:t>
            </a:r>
            <a:r>
              <a:rPr lang="en" sz="1400" spc="-1" dirty="0">
                <a:solidFill>
                  <a:srgbClr val="000000"/>
                </a:solidFill>
                <a:latin typeface="Poppins"/>
                <a:ea typeface="Arial"/>
              </a:rPr>
              <a:t>a</a:t>
            </a:r>
            <a:r>
              <a:rPr lang="en" sz="1400" b="0" strike="noStrike" spc="-1" dirty="0">
                <a:solidFill>
                  <a:srgbClr val="000000"/>
                </a:solidFill>
                <a:latin typeface="Poppins"/>
                <a:ea typeface="Arial"/>
              </a:rPr>
              <a:t> fraude sociale</a:t>
            </a:r>
            <a:r>
              <a:rPr lang="en" sz="1400" b="0" strike="noStrike" spc="-1" dirty="0">
                <a:solidFill>
                  <a:schemeClr val="dk1"/>
                </a:solidFill>
                <a:latin typeface="Poppins"/>
                <a:ea typeface="Calibri"/>
              </a:rPr>
              <a:t>,</a:t>
            </a:r>
            <a:r>
              <a:rPr lang="en" sz="1400" b="0" strike="noStrike" spc="-1" dirty="0">
                <a:solidFill>
                  <a:srgbClr val="FFFFFF"/>
                </a:solidFill>
                <a:latin typeface="Poppins"/>
                <a:ea typeface="Calibri"/>
              </a:rPr>
              <a:t> </a:t>
            </a:r>
            <a:r>
              <a:rPr lang="en" sz="1400" b="0" strike="noStrike" spc="-1" dirty="0">
                <a:solidFill>
                  <a:srgbClr val="000000"/>
                </a:solidFill>
                <a:latin typeface="Poppins"/>
                <a:ea typeface="Arial"/>
              </a:rPr>
              <a:t>tout en respectant les droits des assurés ? </a:t>
            </a:r>
            <a:endParaRPr lang="fr-FR" sz="14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nodeType="clickEffect">
                                  <p:stCondLst>
                                    <p:cond delay="0"/>
                                  </p:stCondLst>
                                  <p:childTnLst>
                                    <p:set>
                                      <p:cBhvr>
                                        <p:cTn id="6" dur="1" fill="hold">
                                          <p:stCondLst>
                                            <p:cond delay="0"/>
                                          </p:stCondLst>
                                        </p:cTn>
                                        <p:tgtEl>
                                          <p:spTgt spid="916"/>
                                        </p:tgtEl>
                                        <p:attrNameLst>
                                          <p:attrName>style.visibility</p:attrName>
                                        </p:attrNameLst>
                                      </p:cBhvr>
                                      <p:to>
                                        <p:strVal val="visible"/>
                                      </p:to>
                                    </p:set>
                                    <p:animEffect transition="in" filter="randombar(vertical)">
                                      <p:cBhvr>
                                        <p:cTn id="7" dur="500"/>
                                        <p:tgtEl>
                                          <p:spTgt spid="916"/>
                                        </p:tgtEl>
                                      </p:cBhvr>
                                    </p:animEffect>
                                  </p:childTnLst>
                                </p:cTn>
                              </p:par>
                              <p:par>
                                <p:cTn id="8" presetID="14" presetClass="entr" presetSubtype="5" fill="hold" grpId="0" nodeType="withEffect">
                                  <p:stCondLst>
                                    <p:cond delay="0"/>
                                  </p:stCondLst>
                                  <p:childTnLst>
                                    <p:set>
                                      <p:cBhvr>
                                        <p:cTn id="9" dur="1" fill="hold">
                                          <p:stCondLst>
                                            <p:cond delay="0"/>
                                          </p:stCondLst>
                                        </p:cTn>
                                        <p:tgtEl>
                                          <p:spTgt spid="915"/>
                                        </p:tgtEl>
                                        <p:attrNameLst>
                                          <p:attrName>style.visibility</p:attrName>
                                        </p:attrNameLst>
                                      </p:cBhvr>
                                      <p:to>
                                        <p:strVal val="visible"/>
                                      </p:to>
                                    </p:set>
                                    <p:animEffect transition="in" filter="randombar(vertical)">
                                      <p:cBhvr>
                                        <p:cTn id="10" dur="500"/>
                                        <p:tgtEl>
                                          <p:spTgt spid="915"/>
                                        </p:tgtEl>
                                      </p:cBhvr>
                                    </p:animEffect>
                                  </p:childTnLst>
                                </p:cTn>
                              </p:par>
                              <p:par>
                                <p:cTn id="11" presetID="14" presetClass="entr" presetSubtype="5" fill="hold" nodeType="withEffect">
                                  <p:stCondLst>
                                    <p:cond delay="0"/>
                                  </p:stCondLst>
                                  <p:childTnLst>
                                    <p:set>
                                      <p:cBhvr>
                                        <p:cTn id="12" dur="1" fill="hold">
                                          <p:stCondLst>
                                            <p:cond delay="0"/>
                                          </p:stCondLst>
                                        </p:cTn>
                                        <p:tgtEl>
                                          <p:spTgt spid="946"/>
                                        </p:tgtEl>
                                        <p:attrNameLst>
                                          <p:attrName>style.visibility</p:attrName>
                                        </p:attrNameLst>
                                      </p:cBhvr>
                                      <p:to>
                                        <p:strVal val="visible"/>
                                      </p:to>
                                    </p:set>
                                    <p:animEffect transition="in" filter="randombar(vertical)">
                                      <p:cBhvr>
                                        <p:cTn id="13" dur="500"/>
                                        <p:tgtEl>
                                          <p:spTgt spid="946"/>
                                        </p:tgtEl>
                                      </p:cBhvr>
                                    </p:animEffect>
                                  </p:childTnLst>
                                </p:cTn>
                              </p:par>
                              <p:par>
                                <p:cTn id="14" presetID="14" presetClass="entr" presetSubtype="5" fill="hold" grpId="0" nodeType="withEffect">
                                  <p:stCondLst>
                                    <p:cond delay="0"/>
                                  </p:stCondLst>
                                  <p:childTnLst>
                                    <p:set>
                                      <p:cBhvr>
                                        <p:cTn id="15" dur="1" fill="hold">
                                          <p:stCondLst>
                                            <p:cond delay="0"/>
                                          </p:stCondLst>
                                        </p:cTn>
                                        <p:tgtEl>
                                          <p:spTgt spid="950"/>
                                        </p:tgtEl>
                                        <p:attrNameLst>
                                          <p:attrName>style.visibility</p:attrName>
                                        </p:attrNameLst>
                                      </p:cBhvr>
                                      <p:to>
                                        <p:strVal val="visible"/>
                                      </p:to>
                                    </p:set>
                                    <p:animEffect transition="in" filter="randombar(vertical)">
                                      <p:cBhvr>
                                        <p:cTn id="16" dur="500"/>
                                        <p:tgtEl>
                                          <p:spTgt spid="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5" grpId="0"/>
      <p:bldP spid="95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 name="PlaceHolder 1"/>
          <p:cNvSpPr>
            <a:spLocks noGrp="1"/>
          </p:cNvSpPr>
          <p:nvPr>
            <p:ph type="title"/>
          </p:nvPr>
        </p:nvSpPr>
        <p:spPr>
          <a:xfrm>
            <a:off x="313830" y="1743120"/>
            <a:ext cx="1702080" cy="99324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6200" b="1" strike="noStrike" spc="-1">
                <a:solidFill>
                  <a:schemeClr val="dk2"/>
                </a:solidFill>
                <a:latin typeface="Poppins"/>
                <a:ea typeface="Poppins"/>
              </a:rPr>
              <a:t>02</a:t>
            </a:r>
            <a:endParaRPr lang="fr-FR" sz="6200" b="0" strike="noStrike" spc="-1">
              <a:solidFill>
                <a:srgbClr val="000000"/>
              </a:solidFill>
              <a:latin typeface="Arial"/>
            </a:endParaRPr>
          </a:p>
        </p:txBody>
      </p:sp>
      <p:grpSp>
        <p:nvGrpSpPr>
          <p:cNvPr id="952" name="Google Shape;1715;p 1"/>
          <p:cNvGrpSpPr/>
          <p:nvPr/>
        </p:nvGrpSpPr>
        <p:grpSpPr>
          <a:xfrm>
            <a:off x="-419760" y="3324960"/>
            <a:ext cx="3922200" cy="2969640"/>
            <a:chOff x="-419760" y="3324960"/>
            <a:chExt cx="3922200" cy="2969640"/>
          </a:xfrm>
        </p:grpSpPr>
        <p:pic>
          <p:nvPicPr>
            <p:cNvPr id="953" name="Google Shape;1716;p 1"/>
            <p:cNvPicPr/>
            <p:nvPr/>
          </p:nvPicPr>
          <p:blipFill>
            <a:blip r:embed="rId2"/>
            <a:srcRect l="16959" t="24713" r="7122" b="26173"/>
            <a:stretch/>
          </p:blipFill>
          <p:spPr>
            <a:xfrm>
              <a:off x="-419760" y="3324960"/>
              <a:ext cx="3890880" cy="2969640"/>
            </a:xfrm>
            <a:prstGeom prst="rect">
              <a:avLst/>
            </a:prstGeom>
            <a:ln w="0">
              <a:noFill/>
            </a:ln>
          </p:spPr>
        </p:pic>
        <p:grpSp>
          <p:nvGrpSpPr>
            <p:cNvPr id="954" name="Google Shape;1717;p 1"/>
            <p:cNvGrpSpPr/>
            <p:nvPr/>
          </p:nvGrpSpPr>
          <p:grpSpPr>
            <a:xfrm>
              <a:off x="1808280" y="4416120"/>
              <a:ext cx="1694160" cy="1359720"/>
              <a:chOff x="1808280" y="4416120"/>
              <a:chExt cx="1694160" cy="1359720"/>
            </a:xfrm>
          </p:grpSpPr>
          <p:sp>
            <p:nvSpPr>
              <p:cNvPr id="955" name="Google Shape;1718;p 1"/>
              <p:cNvSpPr/>
              <p:nvPr/>
            </p:nvSpPr>
            <p:spPr>
              <a:xfrm>
                <a:off x="2242080" y="4684320"/>
                <a:ext cx="1260360" cy="1091520"/>
              </a:xfrm>
              <a:custGeom>
                <a:avLst/>
                <a:gdLst>
                  <a:gd name="textAreaLeft" fmla="*/ 0 w 1260360"/>
                  <a:gd name="textAreaRight" fmla="*/ 1260720 w 1260360"/>
                  <a:gd name="textAreaTop" fmla="*/ 0 h 1091520"/>
                  <a:gd name="textAreaBottom" fmla="*/ 1091880 h 10915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956" name="Google Shape;1719;p 1"/>
              <p:cNvSpPr/>
              <p:nvPr/>
            </p:nvSpPr>
            <p:spPr>
              <a:xfrm>
                <a:off x="2218680" y="441612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957" name="Google Shape;1720;p 1"/>
              <p:cNvSpPr/>
              <p:nvPr/>
            </p:nvSpPr>
            <p:spPr>
              <a:xfrm>
                <a:off x="1808280" y="468432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grpSp>
      </p:grpSp>
      <p:grpSp>
        <p:nvGrpSpPr>
          <p:cNvPr id="958" name="Google Shape;1722;p 1"/>
          <p:cNvGrpSpPr/>
          <p:nvPr/>
        </p:nvGrpSpPr>
        <p:grpSpPr>
          <a:xfrm>
            <a:off x="6487560" y="-1301040"/>
            <a:ext cx="4267800" cy="6665400"/>
            <a:chOff x="6487560" y="-1301040"/>
            <a:chExt cx="4267800" cy="6665400"/>
          </a:xfrm>
        </p:grpSpPr>
        <p:sp>
          <p:nvSpPr>
            <p:cNvPr id="959" name="Google Shape;1723;p 1"/>
            <p:cNvSpPr/>
            <p:nvPr/>
          </p:nvSpPr>
          <p:spPr>
            <a:xfrm>
              <a:off x="6727680" y="10332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960" name="Google Shape;1724;p 1"/>
            <p:cNvSpPr/>
            <p:nvPr/>
          </p:nvSpPr>
          <p:spPr>
            <a:xfrm>
              <a:off x="7070400" y="8136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961" name="Google Shape;1725;p 1"/>
            <p:cNvSpPr/>
            <p:nvPr/>
          </p:nvSpPr>
          <p:spPr>
            <a:xfrm>
              <a:off x="7602480" y="24552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962" name="Google Shape;1726;p 1"/>
            <p:cNvSpPr/>
            <p:nvPr/>
          </p:nvSpPr>
          <p:spPr>
            <a:xfrm>
              <a:off x="7235280" y="62244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963" name="Google Shape;1727;p 1"/>
            <p:cNvSpPr/>
            <p:nvPr/>
          </p:nvSpPr>
          <p:spPr>
            <a:xfrm>
              <a:off x="6933240" y="62136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pic>
          <p:nvPicPr>
            <p:cNvPr id="964" name="Google Shape;1728;p 1"/>
            <p:cNvPicPr/>
            <p:nvPr/>
          </p:nvPicPr>
          <p:blipFill>
            <a:blip r:embed="rId2"/>
            <a:srcRect l="16959" t="24713" r="7122" b="26173"/>
            <a:stretch/>
          </p:blipFill>
          <p:spPr>
            <a:xfrm>
              <a:off x="6487560" y="-1301040"/>
              <a:ext cx="4198320" cy="3204000"/>
            </a:xfrm>
            <a:prstGeom prst="rect">
              <a:avLst/>
            </a:prstGeom>
            <a:ln w="0">
              <a:noFill/>
            </a:ln>
          </p:spPr>
        </p:pic>
        <p:grpSp>
          <p:nvGrpSpPr>
            <p:cNvPr id="965" name="Google Shape;1729;p 1"/>
            <p:cNvGrpSpPr/>
            <p:nvPr/>
          </p:nvGrpSpPr>
          <p:grpSpPr>
            <a:xfrm>
              <a:off x="8232840" y="4254480"/>
              <a:ext cx="708120" cy="707760"/>
              <a:chOff x="8232840" y="4254480"/>
              <a:chExt cx="708120" cy="707760"/>
            </a:xfrm>
          </p:grpSpPr>
          <p:sp>
            <p:nvSpPr>
              <p:cNvPr id="966" name="Google Shape;1730;p 1"/>
              <p:cNvSpPr/>
              <p:nvPr/>
            </p:nvSpPr>
            <p:spPr>
              <a:xfrm rot="5400000">
                <a:off x="8691480" y="425448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967" name="Google Shape;1731;p 1"/>
              <p:cNvSpPr/>
              <p:nvPr/>
            </p:nvSpPr>
            <p:spPr>
              <a:xfrm rot="5400000">
                <a:off x="8615160" y="433080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968" name="Google Shape;1732;p 1"/>
              <p:cNvSpPr/>
              <p:nvPr/>
            </p:nvSpPr>
            <p:spPr>
              <a:xfrm rot="5400000">
                <a:off x="8538840" y="4407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969" name="Google Shape;1733;p 1"/>
              <p:cNvSpPr/>
              <p:nvPr/>
            </p:nvSpPr>
            <p:spPr>
              <a:xfrm rot="5400000">
                <a:off x="8462160" y="4483440"/>
                <a:ext cx="249480" cy="249120"/>
              </a:xfrm>
              <a:custGeom>
                <a:avLst/>
                <a:gdLst>
                  <a:gd name="textAreaLeft" fmla="*/ 0 w 249480"/>
                  <a:gd name="textAreaRight" fmla="*/ 249840 w 249480"/>
                  <a:gd name="textAreaTop" fmla="*/ 0 h 249120"/>
                  <a:gd name="textAreaBottom" fmla="*/ 249480 h 249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970" name="Google Shape;1734;p 1"/>
              <p:cNvSpPr/>
              <p:nvPr/>
            </p:nvSpPr>
            <p:spPr>
              <a:xfrm rot="5400000">
                <a:off x="8385840" y="4560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971" name="Google Shape;1735;p 1"/>
              <p:cNvSpPr/>
              <p:nvPr/>
            </p:nvSpPr>
            <p:spPr>
              <a:xfrm rot="5400000">
                <a:off x="8309520" y="4636800"/>
                <a:ext cx="249120" cy="249120"/>
              </a:xfrm>
              <a:custGeom>
                <a:avLst/>
                <a:gdLst>
                  <a:gd name="textAreaLeft" fmla="*/ 0 w 249120"/>
                  <a:gd name="textAreaRight" fmla="*/ 249480 w 249120"/>
                  <a:gd name="textAreaTop" fmla="*/ 0 h 249120"/>
                  <a:gd name="textAreaBottom" fmla="*/ 249480 h 249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972" name="Google Shape;1736;p 1"/>
              <p:cNvSpPr/>
              <p:nvPr/>
            </p:nvSpPr>
            <p:spPr>
              <a:xfrm rot="5400000">
                <a:off x="8232840" y="471276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grpSp>
        <p:grpSp>
          <p:nvGrpSpPr>
            <p:cNvPr id="973" name="Google Shape;1737;p 1"/>
            <p:cNvGrpSpPr/>
            <p:nvPr/>
          </p:nvGrpSpPr>
          <p:grpSpPr>
            <a:xfrm>
              <a:off x="8999280" y="3354480"/>
              <a:ext cx="457920" cy="457200"/>
              <a:chOff x="8999280" y="3354480"/>
              <a:chExt cx="457920" cy="457200"/>
            </a:xfrm>
          </p:grpSpPr>
          <p:sp>
            <p:nvSpPr>
              <p:cNvPr id="974" name="Google Shape;1738;p 1"/>
              <p:cNvSpPr/>
              <p:nvPr/>
            </p:nvSpPr>
            <p:spPr>
              <a:xfrm rot="5400000">
                <a:off x="9295920" y="335448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975" name="Google Shape;1739;p 1"/>
              <p:cNvSpPr/>
              <p:nvPr/>
            </p:nvSpPr>
            <p:spPr>
              <a:xfrm rot="5400000">
                <a:off x="9246600" y="340344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976" name="Google Shape;1740;p 1"/>
              <p:cNvSpPr/>
              <p:nvPr/>
            </p:nvSpPr>
            <p:spPr>
              <a:xfrm rot="5400000">
                <a:off x="9197280" y="345312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977" name="Google Shape;1741;p 1"/>
              <p:cNvSpPr/>
              <p:nvPr/>
            </p:nvSpPr>
            <p:spPr>
              <a:xfrm rot="5400000">
                <a:off x="9147600" y="3502440"/>
                <a:ext cx="161280" cy="160920"/>
              </a:xfrm>
              <a:custGeom>
                <a:avLst/>
                <a:gdLst>
                  <a:gd name="textAreaLeft" fmla="*/ 0 w 161280"/>
                  <a:gd name="textAreaRight" fmla="*/ 161640 w 161280"/>
                  <a:gd name="textAreaTop" fmla="*/ 0 h 160920"/>
                  <a:gd name="textAreaBottom" fmla="*/ 161280 h 1609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978" name="Google Shape;1742;p 1"/>
              <p:cNvSpPr/>
              <p:nvPr/>
            </p:nvSpPr>
            <p:spPr>
              <a:xfrm rot="5400000">
                <a:off x="9098280" y="355176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979" name="Google Shape;1743;p 1"/>
              <p:cNvSpPr/>
              <p:nvPr/>
            </p:nvSpPr>
            <p:spPr>
              <a:xfrm rot="5400000">
                <a:off x="9048960" y="3601440"/>
                <a:ext cx="160920" cy="160920"/>
              </a:xfrm>
              <a:custGeom>
                <a:avLst/>
                <a:gdLst>
                  <a:gd name="textAreaLeft" fmla="*/ 0 w 160920"/>
                  <a:gd name="textAreaRight" fmla="*/ 161280 w 160920"/>
                  <a:gd name="textAreaTop" fmla="*/ 0 h 160920"/>
                  <a:gd name="textAreaBottom" fmla="*/ 161280 h 1609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980" name="Google Shape;1744;p 1"/>
              <p:cNvSpPr/>
              <p:nvPr/>
            </p:nvSpPr>
            <p:spPr>
              <a:xfrm rot="5400000">
                <a:off x="8999280" y="365040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grpSp>
        <p:grpSp>
          <p:nvGrpSpPr>
            <p:cNvPr id="981" name="Google Shape;1745;p 1"/>
            <p:cNvGrpSpPr/>
            <p:nvPr/>
          </p:nvGrpSpPr>
          <p:grpSpPr>
            <a:xfrm>
              <a:off x="8146800" y="539640"/>
              <a:ext cx="207720" cy="207720"/>
              <a:chOff x="8146800" y="539640"/>
              <a:chExt cx="207720" cy="207720"/>
            </a:xfrm>
          </p:grpSpPr>
          <p:sp>
            <p:nvSpPr>
              <p:cNvPr id="982" name="Google Shape;1746;p 1"/>
              <p:cNvSpPr/>
              <p:nvPr/>
            </p:nvSpPr>
            <p:spPr>
              <a:xfrm>
                <a:off x="8146800" y="53964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endParaRPr lang="fr-FR" sz="1400" b="0" strike="noStrike" spc="-1">
                  <a:solidFill>
                    <a:srgbClr val="000000"/>
                  </a:solidFill>
                  <a:latin typeface="Arial"/>
                  <a:ea typeface="Arial"/>
                </a:endParaRPr>
              </a:p>
            </p:txBody>
          </p:sp>
          <p:sp>
            <p:nvSpPr>
              <p:cNvPr id="983" name="Google Shape;1747;p 1"/>
              <p:cNvSpPr/>
              <p:nvPr/>
            </p:nvSpPr>
            <p:spPr>
              <a:xfrm>
                <a:off x="8175960" y="56880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endParaRPr lang="fr-FR" sz="1400" b="0" strike="noStrike" spc="-1">
                  <a:solidFill>
                    <a:srgbClr val="000000"/>
                  </a:solidFill>
                  <a:latin typeface="Arial"/>
                  <a:ea typeface="Arial"/>
                </a:endParaRPr>
              </a:p>
            </p:txBody>
          </p:sp>
        </p:grpSp>
        <p:grpSp>
          <p:nvGrpSpPr>
            <p:cNvPr id="984" name="Google Shape;1748;p 1"/>
            <p:cNvGrpSpPr/>
            <p:nvPr/>
          </p:nvGrpSpPr>
          <p:grpSpPr>
            <a:xfrm>
              <a:off x="7554240" y="2467800"/>
              <a:ext cx="207720" cy="207720"/>
              <a:chOff x="7554240" y="2467800"/>
              <a:chExt cx="207720" cy="207720"/>
            </a:xfrm>
          </p:grpSpPr>
          <p:sp>
            <p:nvSpPr>
              <p:cNvPr id="985" name="Google Shape;1749;p 1"/>
              <p:cNvSpPr/>
              <p:nvPr/>
            </p:nvSpPr>
            <p:spPr>
              <a:xfrm>
                <a:off x="7554240" y="246780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endParaRPr lang="fr-FR" sz="1400" b="0" strike="noStrike" spc="-1">
                  <a:solidFill>
                    <a:srgbClr val="000000"/>
                  </a:solidFill>
                  <a:latin typeface="Arial"/>
                  <a:ea typeface="Arial"/>
                </a:endParaRPr>
              </a:p>
            </p:txBody>
          </p:sp>
          <p:sp>
            <p:nvSpPr>
              <p:cNvPr id="986" name="Google Shape;1750;p 1"/>
              <p:cNvSpPr/>
              <p:nvPr/>
            </p:nvSpPr>
            <p:spPr>
              <a:xfrm>
                <a:off x="7583760" y="249696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endParaRPr lang="fr-FR" sz="1400" b="0" strike="noStrike" spc="-1">
                  <a:solidFill>
                    <a:srgbClr val="000000"/>
                  </a:solidFill>
                  <a:latin typeface="Arial"/>
                  <a:ea typeface="Arial"/>
                </a:endParaRPr>
              </a:p>
            </p:txBody>
          </p:sp>
        </p:grpSp>
        <p:sp>
          <p:nvSpPr>
            <p:cNvPr id="987" name="Google Shape;1751;p 1"/>
            <p:cNvSpPr/>
            <p:nvPr/>
          </p:nvSpPr>
          <p:spPr>
            <a:xfrm>
              <a:off x="7454520" y="4164120"/>
              <a:ext cx="147600" cy="14760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52200" bIns="52200" anchor="ctr">
              <a:noAutofit/>
            </a:bodyPr>
            <a:lstStyle/>
            <a:p>
              <a:endParaRPr lang="fr-FR" sz="1400" b="0" strike="noStrike" spc="-1">
                <a:solidFill>
                  <a:srgbClr val="000000"/>
                </a:solidFill>
                <a:latin typeface="Arial"/>
                <a:ea typeface="Arial"/>
              </a:endParaRPr>
            </a:p>
          </p:txBody>
        </p:sp>
      </p:grpSp>
      <p:grpSp>
        <p:nvGrpSpPr>
          <p:cNvPr id="988" name="Google Shape;1752;p 1"/>
          <p:cNvGrpSpPr/>
          <p:nvPr/>
        </p:nvGrpSpPr>
        <p:grpSpPr>
          <a:xfrm>
            <a:off x="1877130" y="2675520"/>
            <a:ext cx="4558680" cy="133920"/>
            <a:chOff x="2380680" y="1942560"/>
            <a:chExt cx="4558680" cy="133920"/>
          </a:xfrm>
        </p:grpSpPr>
        <p:sp>
          <p:nvSpPr>
            <p:cNvPr id="989" name="Google Shape;1753;p 1"/>
            <p:cNvSpPr/>
            <p:nvPr/>
          </p:nvSpPr>
          <p:spPr>
            <a:xfrm>
              <a:off x="6805440" y="194256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endParaRPr lang="fr-FR" sz="1400" b="0" strike="noStrike" spc="-1">
                <a:solidFill>
                  <a:srgbClr val="000000"/>
                </a:solidFill>
                <a:latin typeface="Arial"/>
                <a:ea typeface="Arial"/>
              </a:endParaRPr>
            </a:p>
          </p:txBody>
        </p:sp>
        <p:cxnSp>
          <p:nvCxnSpPr>
            <p:cNvPr id="990" name="Google Shape;1754;p 1"/>
            <p:cNvCxnSpPr/>
            <p:nvPr/>
          </p:nvCxnSpPr>
          <p:spPr>
            <a:xfrm>
              <a:off x="2380680" y="2009520"/>
              <a:ext cx="4462920" cy="360"/>
            </a:xfrm>
            <a:prstGeom prst="straightConnector1">
              <a:avLst/>
            </a:prstGeom>
            <a:ln w="9525">
              <a:solidFill>
                <a:srgbClr val="0C0A9E"/>
              </a:solidFill>
              <a:round/>
            </a:ln>
          </p:spPr>
        </p:cxnSp>
        <p:sp>
          <p:nvSpPr>
            <p:cNvPr id="991" name="Google Shape;1755;p 1"/>
            <p:cNvSpPr/>
            <p:nvPr/>
          </p:nvSpPr>
          <p:spPr>
            <a:xfrm>
              <a:off x="6835680" y="197280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endParaRPr lang="fr-FR" sz="1400" b="0" strike="noStrike" spc="-1">
                <a:solidFill>
                  <a:srgbClr val="000000"/>
                </a:solidFill>
                <a:latin typeface="Arial"/>
                <a:ea typeface="Arial"/>
              </a:endParaRPr>
            </a:p>
          </p:txBody>
        </p:sp>
      </p:grpSp>
      <p:sp>
        <p:nvSpPr>
          <p:cNvPr id="992" name="PlaceHolder 2"/>
          <p:cNvSpPr>
            <a:spLocks noGrp="1"/>
          </p:cNvSpPr>
          <p:nvPr>
            <p:ph type="title"/>
          </p:nvPr>
        </p:nvSpPr>
        <p:spPr>
          <a:xfrm>
            <a:off x="1495980" y="1721520"/>
            <a:ext cx="6726600" cy="841320"/>
          </a:xfrm>
          <a:prstGeom prst="rect">
            <a:avLst/>
          </a:prstGeom>
          <a:noFill/>
          <a:ln w="0">
            <a:noFill/>
          </a:ln>
        </p:spPr>
        <p:txBody>
          <a:bodyPr lIns="91440" tIns="91440" rIns="91440" bIns="91440" anchor="ctr">
            <a:noAutofit/>
          </a:bodyPr>
          <a:lstStyle/>
          <a:p>
            <a:pPr indent="0">
              <a:lnSpc>
                <a:spcPct val="100000"/>
              </a:lnSpc>
              <a:buNone/>
            </a:pPr>
            <a:r>
              <a:rPr lang="fr-FR" sz="6000" b="1" strike="noStrike" spc="-1" dirty="0">
                <a:solidFill>
                  <a:schemeClr val="dk2"/>
                </a:solidFill>
                <a:latin typeface="Poppins"/>
                <a:ea typeface="IBM Plex Mono"/>
              </a:rPr>
              <a:t>Notre Approche</a:t>
            </a:r>
            <a:endParaRPr lang="fr-FR" sz="6000" b="0" strike="noStrike" spc="-1" dirty="0">
              <a:solidFill>
                <a:srgbClr val="000000"/>
              </a:solidFill>
              <a:latin typeface="Arial"/>
            </a:endParaRPr>
          </a:p>
        </p:txBody>
      </p:sp>
      <p:sp>
        <p:nvSpPr>
          <p:cNvPr id="993" name="PlaceHolder 3"/>
          <p:cNvSpPr>
            <a:spLocks noGrp="1"/>
          </p:cNvSpPr>
          <p:nvPr>
            <p:ph type="subTitle"/>
          </p:nvPr>
        </p:nvSpPr>
        <p:spPr>
          <a:xfrm>
            <a:off x="1585260" y="2730780"/>
            <a:ext cx="5597640" cy="45756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1400" b="0" strike="noStrike" spc="-1" dirty="0">
                <a:solidFill>
                  <a:schemeClr val="dk1"/>
                </a:solidFill>
                <a:latin typeface="Poppins"/>
                <a:ea typeface="Poppins"/>
              </a:rPr>
              <a:t>Digitaliser pour mieux détecter.</a:t>
            </a:r>
            <a:endParaRPr lang="fr-FR" sz="14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51"/>
                                        </p:tgtEl>
                                        <p:attrNameLst>
                                          <p:attrName>style.visibility</p:attrName>
                                        </p:attrNameLst>
                                      </p:cBhvr>
                                      <p:to>
                                        <p:strVal val="visible"/>
                                      </p:to>
                                    </p:set>
                                    <p:anim calcmode="lin" valueType="num">
                                      <p:cBhvr additive="base">
                                        <p:cTn id="7" dur="500" fill="hold"/>
                                        <p:tgtEl>
                                          <p:spTgt spid="951"/>
                                        </p:tgtEl>
                                        <p:attrNameLst>
                                          <p:attrName>ppt_x</p:attrName>
                                        </p:attrNameLst>
                                      </p:cBhvr>
                                      <p:tavLst>
                                        <p:tav tm="0">
                                          <p:val>
                                            <p:strVal val="#ppt_x"/>
                                          </p:val>
                                        </p:tav>
                                        <p:tav tm="100000">
                                          <p:val>
                                            <p:strVal val="#ppt_x"/>
                                          </p:val>
                                        </p:tav>
                                      </p:tavLst>
                                    </p:anim>
                                    <p:anim calcmode="lin" valueType="num">
                                      <p:cBhvr additive="base">
                                        <p:cTn id="8" dur="500" fill="hold"/>
                                        <p:tgtEl>
                                          <p:spTgt spid="95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92"/>
                                        </p:tgtEl>
                                        <p:attrNameLst>
                                          <p:attrName>style.visibility</p:attrName>
                                        </p:attrNameLst>
                                      </p:cBhvr>
                                      <p:to>
                                        <p:strVal val="visible"/>
                                      </p:to>
                                    </p:set>
                                    <p:anim calcmode="lin" valueType="num">
                                      <p:cBhvr additive="base">
                                        <p:cTn id="11" dur="500" fill="hold"/>
                                        <p:tgtEl>
                                          <p:spTgt spid="992"/>
                                        </p:tgtEl>
                                        <p:attrNameLst>
                                          <p:attrName>ppt_x</p:attrName>
                                        </p:attrNameLst>
                                      </p:cBhvr>
                                      <p:tavLst>
                                        <p:tav tm="0">
                                          <p:val>
                                            <p:strVal val="#ppt_x"/>
                                          </p:val>
                                        </p:tav>
                                        <p:tav tm="100000">
                                          <p:val>
                                            <p:strVal val="#ppt_x"/>
                                          </p:val>
                                        </p:tav>
                                      </p:tavLst>
                                    </p:anim>
                                    <p:anim calcmode="lin" valueType="num">
                                      <p:cBhvr additive="base">
                                        <p:cTn id="12" dur="500" fill="hold"/>
                                        <p:tgtEl>
                                          <p:spTgt spid="99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93">
                                            <p:txEl>
                                              <p:pRg st="0" end="0"/>
                                            </p:txEl>
                                          </p:spTgt>
                                        </p:tgtEl>
                                        <p:attrNameLst>
                                          <p:attrName>style.visibility</p:attrName>
                                        </p:attrNameLst>
                                      </p:cBhvr>
                                      <p:to>
                                        <p:strVal val="visible"/>
                                      </p:to>
                                    </p:set>
                                    <p:anim calcmode="lin" valueType="num">
                                      <p:cBhvr additive="base">
                                        <p:cTn id="15" dur="500" fill="hold"/>
                                        <p:tgtEl>
                                          <p:spTgt spid="993">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9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1" grpId="0"/>
      <p:bldP spid="992" grpId="0"/>
      <p:bldP spid="99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775;p 2">
            <a:extLst>
              <a:ext uri="{FF2B5EF4-FFF2-40B4-BE49-F238E27FC236}">
                <a16:creationId xmlns:a16="http://schemas.microsoft.com/office/drawing/2014/main" id="{2570D9CE-1A8D-EBAC-47EB-5D765DD7710C}"/>
              </a:ext>
            </a:extLst>
          </p:cNvPr>
          <p:cNvSpPr txBox="1"/>
          <p:nvPr/>
        </p:nvSpPr>
        <p:spPr>
          <a:xfrm>
            <a:off x="1458360" y="1870830"/>
            <a:ext cx="6227280" cy="1577970"/>
          </a:xfrm>
          <a:prstGeom prst="rect">
            <a:avLst/>
          </a:prstGeom>
          <a:noFill/>
          <a:ln w="0">
            <a:noFill/>
          </a:ln>
        </p:spPr>
        <p:txBody>
          <a:bodyPr tIns="91440" bIns="91440" anchor="t">
            <a:noAutofit/>
          </a:bodyPr>
          <a:lstStyle/>
          <a:p>
            <a:pPr>
              <a:lnSpc>
                <a:spcPct val="200000"/>
              </a:lnSpc>
              <a:tabLst>
                <a:tab pos="0" algn="l"/>
              </a:tabLst>
            </a:pPr>
            <a:r>
              <a:rPr lang="en" sz="1400" b="0" strike="noStrike" spc="-1" dirty="0">
                <a:solidFill>
                  <a:schemeClr val="dk1"/>
                </a:solidFill>
                <a:latin typeface="Poppins"/>
                <a:ea typeface="Poppins"/>
              </a:rPr>
              <a:t>Comment à l’ère du digital, de la data, de l’IA</a:t>
            </a:r>
            <a:r>
              <a:rPr lang="en" sz="1400" spc="-1" dirty="0">
                <a:solidFill>
                  <a:schemeClr val="dk1"/>
                </a:solidFill>
                <a:latin typeface="Poppins"/>
                <a:ea typeface="Poppins"/>
              </a:rPr>
              <a:t> </a:t>
            </a:r>
            <a:r>
              <a:rPr lang="en" sz="1400" b="0" strike="noStrike" spc="-1" dirty="0">
                <a:solidFill>
                  <a:schemeClr val="dk1"/>
                </a:solidFill>
                <a:latin typeface="Poppins"/>
                <a:ea typeface="Poppins"/>
              </a:rPr>
              <a:t>pouvons-nous parvenir à amoindrir la fraude sociale, notament l’usage abusif de la carte Chifa et les faux arrêts maladies?</a:t>
            </a:r>
            <a:endParaRPr lang="fr-FR" sz="1400" b="0" strike="noStrike" spc="-1" dirty="0">
              <a:solidFill>
                <a:srgbClr val="000000"/>
              </a:solidFill>
              <a:latin typeface="Arial"/>
            </a:endParaRPr>
          </a:p>
        </p:txBody>
      </p:sp>
    </p:spTree>
    <p:extLst>
      <p:ext uri="{BB962C8B-B14F-4D97-AF65-F5344CB8AC3E}">
        <p14:creationId xmlns:p14="http://schemas.microsoft.com/office/powerpoint/2010/main" val="1565591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5" name="Google Shape;1715;p4"/>
          <p:cNvGrpSpPr/>
          <p:nvPr/>
        </p:nvGrpSpPr>
        <p:grpSpPr>
          <a:xfrm>
            <a:off x="-419760" y="3324960"/>
            <a:ext cx="3922200" cy="2969640"/>
            <a:chOff x="-419760" y="3324960"/>
            <a:chExt cx="3922200" cy="2969640"/>
          </a:xfrm>
        </p:grpSpPr>
        <p:pic>
          <p:nvPicPr>
            <p:cNvPr id="996" name="Google Shape;1716;p4"/>
            <p:cNvPicPr/>
            <p:nvPr/>
          </p:nvPicPr>
          <p:blipFill>
            <a:blip r:embed="rId2"/>
            <a:srcRect l="16959" t="24713" r="7122" b="26173"/>
            <a:stretch/>
          </p:blipFill>
          <p:spPr>
            <a:xfrm>
              <a:off x="-419760" y="3324960"/>
              <a:ext cx="3890880" cy="2969640"/>
            </a:xfrm>
            <a:prstGeom prst="rect">
              <a:avLst/>
            </a:prstGeom>
            <a:ln w="0">
              <a:noFill/>
            </a:ln>
          </p:spPr>
        </p:pic>
        <p:grpSp>
          <p:nvGrpSpPr>
            <p:cNvPr id="997" name="Google Shape;1717;p4"/>
            <p:cNvGrpSpPr/>
            <p:nvPr/>
          </p:nvGrpSpPr>
          <p:grpSpPr>
            <a:xfrm>
              <a:off x="1808280" y="4416120"/>
              <a:ext cx="1694160" cy="1359720"/>
              <a:chOff x="1808280" y="4416120"/>
              <a:chExt cx="1694160" cy="1359720"/>
            </a:xfrm>
          </p:grpSpPr>
          <p:sp>
            <p:nvSpPr>
              <p:cNvPr id="998" name="Google Shape;1718;p4"/>
              <p:cNvSpPr/>
              <p:nvPr/>
            </p:nvSpPr>
            <p:spPr>
              <a:xfrm>
                <a:off x="2242080" y="4684320"/>
                <a:ext cx="1260360" cy="1091520"/>
              </a:xfrm>
              <a:custGeom>
                <a:avLst/>
                <a:gdLst>
                  <a:gd name="textAreaLeft" fmla="*/ 0 w 1260360"/>
                  <a:gd name="textAreaRight" fmla="*/ 1260720 w 1260360"/>
                  <a:gd name="textAreaTop" fmla="*/ 0 h 1091520"/>
                  <a:gd name="textAreaBottom" fmla="*/ 1091880 h 10915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999" name="Google Shape;1719;p4"/>
              <p:cNvSpPr/>
              <p:nvPr/>
            </p:nvSpPr>
            <p:spPr>
              <a:xfrm>
                <a:off x="2218680" y="441612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00" name="Google Shape;1720;p4"/>
              <p:cNvSpPr/>
              <p:nvPr/>
            </p:nvSpPr>
            <p:spPr>
              <a:xfrm>
                <a:off x="1808280" y="468432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1001" name="Google Shape;1722;p4"/>
          <p:cNvGrpSpPr/>
          <p:nvPr/>
        </p:nvGrpSpPr>
        <p:grpSpPr>
          <a:xfrm>
            <a:off x="6487560" y="-1301040"/>
            <a:ext cx="4267800" cy="6665400"/>
            <a:chOff x="6487560" y="-1301040"/>
            <a:chExt cx="4267800" cy="6665400"/>
          </a:xfrm>
        </p:grpSpPr>
        <p:sp>
          <p:nvSpPr>
            <p:cNvPr id="1002" name="Google Shape;1723;p4"/>
            <p:cNvSpPr/>
            <p:nvPr/>
          </p:nvSpPr>
          <p:spPr>
            <a:xfrm>
              <a:off x="6727680" y="10332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03" name="Google Shape;1724;p4"/>
            <p:cNvSpPr/>
            <p:nvPr/>
          </p:nvSpPr>
          <p:spPr>
            <a:xfrm>
              <a:off x="7070400" y="8136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04" name="Google Shape;1725;p4"/>
            <p:cNvSpPr/>
            <p:nvPr/>
          </p:nvSpPr>
          <p:spPr>
            <a:xfrm>
              <a:off x="7602480" y="24552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05" name="Google Shape;1726;p4"/>
            <p:cNvSpPr/>
            <p:nvPr/>
          </p:nvSpPr>
          <p:spPr>
            <a:xfrm>
              <a:off x="7235280" y="62244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06" name="Google Shape;1727;p4"/>
            <p:cNvSpPr/>
            <p:nvPr/>
          </p:nvSpPr>
          <p:spPr>
            <a:xfrm>
              <a:off x="6933240" y="62136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pic>
          <p:nvPicPr>
            <p:cNvPr id="1007" name="Google Shape;1728;p4"/>
            <p:cNvPicPr/>
            <p:nvPr/>
          </p:nvPicPr>
          <p:blipFill>
            <a:blip r:embed="rId2"/>
            <a:srcRect l="16959" t="24713" r="7122" b="26173"/>
            <a:stretch/>
          </p:blipFill>
          <p:spPr>
            <a:xfrm>
              <a:off x="6487560" y="-1301040"/>
              <a:ext cx="4198320" cy="3204000"/>
            </a:xfrm>
            <a:prstGeom prst="rect">
              <a:avLst/>
            </a:prstGeom>
            <a:ln w="0">
              <a:noFill/>
            </a:ln>
          </p:spPr>
        </p:pic>
        <p:grpSp>
          <p:nvGrpSpPr>
            <p:cNvPr id="1008" name="Google Shape;1729;p4"/>
            <p:cNvGrpSpPr/>
            <p:nvPr/>
          </p:nvGrpSpPr>
          <p:grpSpPr>
            <a:xfrm>
              <a:off x="8232840" y="4254480"/>
              <a:ext cx="708120" cy="707760"/>
              <a:chOff x="8232840" y="4254480"/>
              <a:chExt cx="708120" cy="707760"/>
            </a:xfrm>
          </p:grpSpPr>
          <p:sp>
            <p:nvSpPr>
              <p:cNvPr id="1009" name="Google Shape;1730;p4"/>
              <p:cNvSpPr/>
              <p:nvPr/>
            </p:nvSpPr>
            <p:spPr>
              <a:xfrm rot="5400000">
                <a:off x="8691480" y="425448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10" name="Google Shape;1731;p4"/>
              <p:cNvSpPr/>
              <p:nvPr/>
            </p:nvSpPr>
            <p:spPr>
              <a:xfrm rot="5400000">
                <a:off x="8615160" y="433080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11" name="Google Shape;1732;p4"/>
              <p:cNvSpPr/>
              <p:nvPr/>
            </p:nvSpPr>
            <p:spPr>
              <a:xfrm rot="5400000">
                <a:off x="8538840" y="4407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12" name="Google Shape;1733;p4"/>
              <p:cNvSpPr/>
              <p:nvPr/>
            </p:nvSpPr>
            <p:spPr>
              <a:xfrm rot="5400000">
                <a:off x="8462160" y="4483440"/>
                <a:ext cx="249480" cy="249120"/>
              </a:xfrm>
              <a:custGeom>
                <a:avLst/>
                <a:gdLst>
                  <a:gd name="textAreaLeft" fmla="*/ 0 w 249480"/>
                  <a:gd name="textAreaRight" fmla="*/ 249840 w 249480"/>
                  <a:gd name="textAreaTop" fmla="*/ 0 h 249120"/>
                  <a:gd name="textAreaBottom" fmla="*/ 249480 h 249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13" name="Google Shape;1734;p4"/>
              <p:cNvSpPr/>
              <p:nvPr/>
            </p:nvSpPr>
            <p:spPr>
              <a:xfrm rot="5400000">
                <a:off x="8385840" y="4560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14" name="Google Shape;1735;p4"/>
              <p:cNvSpPr/>
              <p:nvPr/>
            </p:nvSpPr>
            <p:spPr>
              <a:xfrm rot="5400000">
                <a:off x="8309520" y="4636800"/>
                <a:ext cx="249120" cy="249120"/>
              </a:xfrm>
              <a:custGeom>
                <a:avLst/>
                <a:gdLst>
                  <a:gd name="textAreaLeft" fmla="*/ 0 w 249120"/>
                  <a:gd name="textAreaRight" fmla="*/ 249480 w 249120"/>
                  <a:gd name="textAreaTop" fmla="*/ 0 h 249120"/>
                  <a:gd name="textAreaBottom" fmla="*/ 249480 h 249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15" name="Google Shape;1736;p4"/>
              <p:cNvSpPr/>
              <p:nvPr/>
            </p:nvSpPr>
            <p:spPr>
              <a:xfrm rot="5400000">
                <a:off x="8232840" y="471276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016" name="Google Shape;1737;p4"/>
            <p:cNvGrpSpPr/>
            <p:nvPr/>
          </p:nvGrpSpPr>
          <p:grpSpPr>
            <a:xfrm>
              <a:off x="8999280" y="3354480"/>
              <a:ext cx="457920" cy="457200"/>
              <a:chOff x="8999280" y="3354480"/>
              <a:chExt cx="457920" cy="457200"/>
            </a:xfrm>
          </p:grpSpPr>
          <p:sp>
            <p:nvSpPr>
              <p:cNvPr id="1017" name="Google Shape;1738;p4"/>
              <p:cNvSpPr/>
              <p:nvPr/>
            </p:nvSpPr>
            <p:spPr>
              <a:xfrm rot="5400000">
                <a:off x="9295920" y="335448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18" name="Google Shape;1739;p4"/>
              <p:cNvSpPr/>
              <p:nvPr/>
            </p:nvSpPr>
            <p:spPr>
              <a:xfrm rot="5400000">
                <a:off x="9246600" y="340344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19" name="Google Shape;1740;p4"/>
              <p:cNvSpPr/>
              <p:nvPr/>
            </p:nvSpPr>
            <p:spPr>
              <a:xfrm rot="5400000">
                <a:off x="9197280" y="345312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20" name="Google Shape;1741;p4"/>
              <p:cNvSpPr/>
              <p:nvPr/>
            </p:nvSpPr>
            <p:spPr>
              <a:xfrm rot="5400000">
                <a:off x="9147600" y="3502440"/>
                <a:ext cx="161280" cy="160920"/>
              </a:xfrm>
              <a:custGeom>
                <a:avLst/>
                <a:gdLst>
                  <a:gd name="textAreaLeft" fmla="*/ 0 w 161280"/>
                  <a:gd name="textAreaRight" fmla="*/ 161640 w 161280"/>
                  <a:gd name="textAreaTop" fmla="*/ 0 h 160920"/>
                  <a:gd name="textAreaBottom" fmla="*/ 161280 h 1609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21" name="Google Shape;1742;p4"/>
              <p:cNvSpPr/>
              <p:nvPr/>
            </p:nvSpPr>
            <p:spPr>
              <a:xfrm rot="5400000">
                <a:off x="9098280" y="355176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22" name="Google Shape;1743;p4"/>
              <p:cNvSpPr/>
              <p:nvPr/>
            </p:nvSpPr>
            <p:spPr>
              <a:xfrm rot="5400000">
                <a:off x="9048960" y="3601440"/>
                <a:ext cx="160920" cy="160920"/>
              </a:xfrm>
              <a:custGeom>
                <a:avLst/>
                <a:gdLst>
                  <a:gd name="textAreaLeft" fmla="*/ 0 w 160920"/>
                  <a:gd name="textAreaRight" fmla="*/ 161280 w 160920"/>
                  <a:gd name="textAreaTop" fmla="*/ 0 h 160920"/>
                  <a:gd name="textAreaBottom" fmla="*/ 161280 h 1609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23" name="Google Shape;1744;p4"/>
              <p:cNvSpPr/>
              <p:nvPr/>
            </p:nvSpPr>
            <p:spPr>
              <a:xfrm rot="5400000">
                <a:off x="8999280" y="365040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024" name="Google Shape;1745;p4"/>
            <p:cNvGrpSpPr/>
            <p:nvPr/>
          </p:nvGrpSpPr>
          <p:grpSpPr>
            <a:xfrm>
              <a:off x="8146800" y="539640"/>
              <a:ext cx="207720" cy="207720"/>
              <a:chOff x="8146800" y="539640"/>
              <a:chExt cx="207720" cy="207720"/>
            </a:xfrm>
          </p:grpSpPr>
          <p:sp>
            <p:nvSpPr>
              <p:cNvPr id="1025" name="Google Shape;1746;p4"/>
              <p:cNvSpPr/>
              <p:nvPr/>
            </p:nvSpPr>
            <p:spPr>
              <a:xfrm>
                <a:off x="8146800" y="53964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26" name="Google Shape;1747;p4"/>
              <p:cNvSpPr/>
              <p:nvPr/>
            </p:nvSpPr>
            <p:spPr>
              <a:xfrm>
                <a:off x="8175960" y="56880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027" name="Google Shape;1748;p4"/>
            <p:cNvGrpSpPr/>
            <p:nvPr/>
          </p:nvGrpSpPr>
          <p:grpSpPr>
            <a:xfrm>
              <a:off x="7554240" y="2467800"/>
              <a:ext cx="207720" cy="207720"/>
              <a:chOff x="7554240" y="2467800"/>
              <a:chExt cx="207720" cy="207720"/>
            </a:xfrm>
          </p:grpSpPr>
          <p:sp>
            <p:nvSpPr>
              <p:cNvPr id="1028" name="Google Shape;1749;p4"/>
              <p:cNvSpPr/>
              <p:nvPr/>
            </p:nvSpPr>
            <p:spPr>
              <a:xfrm>
                <a:off x="7554240" y="246780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29" name="Google Shape;1750;p4"/>
              <p:cNvSpPr/>
              <p:nvPr/>
            </p:nvSpPr>
            <p:spPr>
              <a:xfrm>
                <a:off x="7583760" y="249696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1030" name="Google Shape;1751;p4"/>
            <p:cNvSpPr/>
            <p:nvPr/>
          </p:nvSpPr>
          <p:spPr>
            <a:xfrm>
              <a:off x="7454520" y="4164120"/>
              <a:ext cx="147600" cy="14760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52200" bIns="5220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031" name="Google Shape;1752;p4"/>
          <p:cNvGrpSpPr/>
          <p:nvPr/>
        </p:nvGrpSpPr>
        <p:grpSpPr>
          <a:xfrm>
            <a:off x="764280" y="1188000"/>
            <a:ext cx="5268960" cy="232110"/>
            <a:chOff x="2380680" y="1942560"/>
            <a:chExt cx="4558680" cy="133920"/>
          </a:xfrm>
        </p:grpSpPr>
        <p:sp>
          <p:nvSpPr>
            <p:cNvPr id="1032" name="Google Shape;1753;p4"/>
            <p:cNvSpPr/>
            <p:nvPr/>
          </p:nvSpPr>
          <p:spPr>
            <a:xfrm>
              <a:off x="6805440" y="194256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1033" name="Google Shape;1754;p4"/>
            <p:cNvCxnSpPr/>
            <p:nvPr/>
          </p:nvCxnSpPr>
          <p:spPr>
            <a:xfrm>
              <a:off x="2380680" y="2009520"/>
              <a:ext cx="4462920" cy="360"/>
            </a:xfrm>
            <a:prstGeom prst="straightConnector1">
              <a:avLst/>
            </a:prstGeom>
            <a:ln w="9525">
              <a:solidFill>
                <a:srgbClr val="0C0A9E"/>
              </a:solidFill>
              <a:round/>
            </a:ln>
          </p:spPr>
        </p:cxnSp>
        <p:sp>
          <p:nvSpPr>
            <p:cNvPr id="1034" name="Google Shape;1755;p4"/>
            <p:cNvSpPr/>
            <p:nvPr/>
          </p:nvSpPr>
          <p:spPr>
            <a:xfrm>
              <a:off x="6835680" y="197280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1035" name="PlaceHolder 1"/>
          <p:cNvSpPr>
            <a:spLocks noGrp="1"/>
          </p:cNvSpPr>
          <p:nvPr>
            <p:ph type="title"/>
          </p:nvPr>
        </p:nvSpPr>
        <p:spPr>
          <a:xfrm>
            <a:off x="580140" y="237600"/>
            <a:ext cx="6449220" cy="1458360"/>
          </a:xfrm>
          <a:prstGeom prst="rect">
            <a:avLst/>
          </a:prstGeom>
          <a:noFill/>
          <a:ln w="0">
            <a:noFill/>
          </a:ln>
        </p:spPr>
        <p:txBody>
          <a:bodyPr lIns="91440" tIns="91440" rIns="91440" bIns="91440" anchor="ctr">
            <a:noAutofit/>
          </a:bodyPr>
          <a:lstStyle/>
          <a:p>
            <a:pPr indent="0">
              <a:lnSpc>
                <a:spcPct val="100000"/>
              </a:lnSpc>
              <a:buNone/>
            </a:pPr>
            <a:r>
              <a:rPr lang="fr-FR" sz="3000" b="1" strike="noStrike" spc="-1" dirty="0">
                <a:solidFill>
                  <a:schemeClr val="dk2"/>
                </a:solidFill>
                <a:latin typeface="Poppins"/>
                <a:ea typeface="IBM Plex Mono"/>
              </a:rPr>
              <a:t>C’est quoi la digitalisation ?</a:t>
            </a:r>
            <a:endParaRPr lang="fr-FR" sz="3000" b="0" strike="noStrike" spc="-1" dirty="0">
              <a:solidFill>
                <a:srgbClr val="000000"/>
              </a:solidFill>
              <a:latin typeface="Arial"/>
            </a:endParaRPr>
          </a:p>
        </p:txBody>
      </p:sp>
      <p:sp>
        <p:nvSpPr>
          <p:cNvPr id="1036" name="PlaceHolder 2"/>
          <p:cNvSpPr>
            <a:spLocks noGrp="1"/>
          </p:cNvSpPr>
          <p:nvPr>
            <p:ph type="subTitle"/>
          </p:nvPr>
        </p:nvSpPr>
        <p:spPr>
          <a:xfrm>
            <a:off x="296280" y="1441119"/>
            <a:ext cx="7100280" cy="2969640"/>
          </a:xfrm>
          <a:prstGeom prst="rect">
            <a:avLst/>
          </a:prstGeom>
          <a:noFill/>
          <a:ln w="0">
            <a:noFill/>
          </a:ln>
        </p:spPr>
        <p:txBody>
          <a:bodyPr lIns="91440" tIns="91440" rIns="91440" bIns="91440" anchor="t">
            <a:noAutofit/>
          </a:bodyPr>
          <a:lstStyle/>
          <a:p>
            <a:pPr marL="400050" indent="-171450">
              <a:lnSpc>
                <a:spcPct val="100000"/>
              </a:lnSpc>
              <a:buFontTx/>
              <a:buChar char="-"/>
              <a:tabLst>
                <a:tab pos="0" algn="l"/>
              </a:tabLst>
            </a:pPr>
            <a:r>
              <a:rPr lang="en" sz="1400" b="0" strike="noStrike" spc="-1" dirty="0">
                <a:solidFill>
                  <a:schemeClr val="dk1"/>
                </a:solidFill>
                <a:latin typeface="Poppins" panose="00000500000000000000" pitchFamily="2" charset="0"/>
                <a:ea typeface="Poppins"/>
                <a:cs typeface="Poppins" panose="00000500000000000000" pitchFamily="2" charset="0"/>
              </a:rPr>
              <a:t>C’est le processus d’intégration des technologies numériques dans l’activités des organismes, leurs services et leurs modes de fonctionnement.</a:t>
            </a:r>
          </a:p>
          <a:p>
            <a:pPr marL="400050" indent="-171450">
              <a:lnSpc>
                <a:spcPct val="100000"/>
              </a:lnSpc>
              <a:buFontTx/>
              <a:buChar char="-"/>
              <a:tabLst>
                <a:tab pos="0" algn="l"/>
              </a:tabLst>
            </a:pPr>
            <a:r>
              <a:rPr lang="en-US" sz="1400" spc="-1" dirty="0">
                <a:solidFill>
                  <a:schemeClr val="dk1"/>
                </a:solidFill>
                <a:latin typeface="Poppins" panose="00000500000000000000" pitchFamily="2" charset="0"/>
                <a:cs typeface="Poppins" panose="00000500000000000000" pitchFamily="2" charset="0"/>
              </a:rPr>
              <a:t>P</a:t>
            </a:r>
            <a:r>
              <a:rPr lang="en" sz="1400" spc="-1" dirty="0">
                <a:solidFill>
                  <a:schemeClr val="dk1"/>
                </a:solidFill>
                <a:latin typeface="Poppins" panose="00000500000000000000" pitchFamily="2" charset="0"/>
                <a:cs typeface="Poppins" panose="00000500000000000000" pitchFamily="2" charset="0"/>
              </a:rPr>
              <a:t>ermet</a:t>
            </a:r>
            <a:r>
              <a:rPr lang="en" sz="1400" b="0" strike="noStrike" spc="-1" dirty="0">
                <a:solidFill>
                  <a:schemeClr val="dk1"/>
                </a:solidFill>
                <a:latin typeface="Poppins" panose="00000500000000000000" pitchFamily="2" charset="0"/>
                <a:ea typeface="Poppins"/>
                <a:cs typeface="Poppins" panose="00000500000000000000" pitchFamily="2" charset="0"/>
              </a:rPr>
              <a:t> d’automatiser certaines tâches, à améliorer l’efficacité opérationnelle, et à proposer de nouveaux services ou expériences utilisateurs via des outils numériques.</a:t>
            </a:r>
            <a:endParaRPr lang="en-US" sz="1400" dirty="0">
              <a:latin typeface="Poppins" panose="00000500000000000000" pitchFamily="2" charset="0"/>
              <a:cs typeface="Poppins" panose="00000500000000000000" pitchFamily="2" charset="0"/>
            </a:endParaRPr>
          </a:p>
          <a:p>
            <a:pPr indent="0">
              <a:lnSpc>
                <a:spcPct val="100000"/>
              </a:lnSpc>
              <a:buNone/>
              <a:tabLst>
                <a:tab pos="0" algn="l"/>
              </a:tabLst>
            </a:pPr>
            <a:r>
              <a:rPr lang="en" sz="1400" b="1" strike="noStrike" spc="-1" dirty="0">
                <a:solidFill>
                  <a:schemeClr val="dk1"/>
                </a:solidFill>
                <a:latin typeface="Poppins" panose="00000500000000000000" pitchFamily="2" charset="0"/>
                <a:ea typeface="Poppins"/>
                <a:cs typeface="Poppins" panose="00000500000000000000" pitchFamily="2" charset="0"/>
              </a:rPr>
              <a:t>Exemple d’application</a:t>
            </a:r>
            <a:r>
              <a:rPr lang="en" sz="1400" b="0" strike="noStrike" spc="-1" dirty="0">
                <a:solidFill>
                  <a:schemeClr val="dk1"/>
                </a:solidFill>
                <a:latin typeface="Poppins" panose="00000500000000000000" pitchFamily="2" charset="0"/>
                <a:ea typeface="Poppins"/>
                <a:cs typeface="Poppins" panose="00000500000000000000" pitchFamily="2" charset="0"/>
              </a:rPr>
              <a:t> : dématérialisation des documents administratifs, gestion électronique des données, services en ligne.</a:t>
            </a:r>
            <a:endParaRPr lang="fr-FR" sz="1400" b="0" strike="noStrike" spc="-1" dirty="0">
              <a:solidFill>
                <a:srgbClr val="000000"/>
              </a:solidFill>
              <a:latin typeface="Poppins" panose="00000500000000000000" pitchFamily="2" charset="0"/>
              <a:cs typeface="Poppins" panose="00000500000000000000" pitchFamily="2" charset="0"/>
            </a:endParaRPr>
          </a:p>
          <a:p>
            <a:pPr indent="0" algn="ctr">
              <a:lnSpc>
                <a:spcPct val="100000"/>
              </a:lnSpc>
              <a:buNone/>
            </a:pPr>
            <a:r>
              <a:rPr lang="en" sz="1400" b="0" strike="noStrike" spc="-1" dirty="0">
                <a:solidFill>
                  <a:schemeClr val="dk1"/>
                </a:solidFill>
                <a:latin typeface="Poppins" panose="00000500000000000000" pitchFamily="2" charset="0"/>
                <a:ea typeface="Poppins"/>
                <a:cs typeface="Poppins" panose="00000500000000000000" pitchFamily="2" charset="0"/>
              </a:rPr>
              <a:t>La digitalisation </a:t>
            </a:r>
            <a:r>
              <a:rPr lang="en" sz="1400" spc="-1" dirty="0">
                <a:solidFill>
                  <a:schemeClr val="dk1"/>
                </a:solidFill>
                <a:latin typeface="Poppins" panose="00000500000000000000" pitchFamily="2" charset="0"/>
                <a:ea typeface="Poppins"/>
                <a:cs typeface="Poppins" panose="00000500000000000000" pitchFamily="2" charset="0"/>
              </a:rPr>
              <a:t>est </a:t>
            </a:r>
            <a:r>
              <a:rPr lang="en" sz="1400" b="0" strike="noStrike" spc="-1" dirty="0">
                <a:solidFill>
                  <a:schemeClr val="dk1"/>
                </a:solidFill>
                <a:latin typeface="Poppins" panose="00000500000000000000" pitchFamily="2" charset="0"/>
                <a:ea typeface="Poppins"/>
                <a:cs typeface="Poppins" panose="00000500000000000000" pitchFamily="2" charset="0"/>
              </a:rPr>
              <a:t>aussi un outil puissant de lutte contre la fraude</a:t>
            </a:r>
            <a:r>
              <a:rPr lang="en" sz="1400" spc="-1" dirty="0">
                <a:solidFill>
                  <a:schemeClr val="dk1"/>
                </a:solidFill>
                <a:latin typeface="Poppins" panose="00000500000000000000" pitchFamily="2" charset="0"/>
                <a:ea typeface="Poppins"/>
                <a:cs typeface="Poppins" panose="00000500000000000000" pitchFamily="2" charset="0"/>
              </a:rPr>
              <a:t> ; </a:t>
            </a:r>
            <a:r>
              <a:rPr lang="en" sz="1400" b="0" strike="noStrike" spc="-1" dirty="0">
                <a:solidFill>
                  <a:schemeClr val="dk1"/>
                </a:solidFill>
                <a:latin typeface="Poppins" panose="00000500000000000000" pitchFamily="2" charset="0"/>
                <a:ea typeface="Poppins"/>
                <a:cs typeface="Poppins" panose="00000500000000000000" pitchFamily="2" charset="0"/>
              </a:rPr>
              <a:t>tant que les documents médicaux restent physiques, manipulables, falsifiables et difficilement traçables, la fraude restera difficile à détecter et à prévenir.</a:t>
            </a:r>
            <a:endParaRPr lang="fr-FR" sz="1400" b="0" strike="noStrike" spc="-1" dirty="0">
              <a:solidFill>
                <a:srgbClr val="000000"/>
              </a:solidFill>
              <a:latin typeface="Poppins" panose="00000500000000000000" pitchFamily="2" charset="0"/>
              <a:cs typeface="Poppins" panose="000005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35"/>
                                        </p:tgtEl>
                                        <p:attrNameLst>
                                          <p:attrName>style.visibility</p:attrName>
                                        </p:attrNameLst>
                                      </p:cBhvr>
                                      <p:to>
                                        <p:strVal val="visible"/>
                                      </p:to>
                                    </p:set>
                                    <p:animEffect transition="in" filter="fade">
                                      <p:cBhvr>
                                        <p:cTn id="7" dur="1000"/>
                                        <p:tgtEl>
                                          <p:spTgt spid="1035"/>
                                        </p:tgtEl>
                                      </p:cBhvr>
                                    </p:animEffect>
                                    <p:anim calcmode="lin" valueType="num">
                                      <p:cBhvr>
                                        <p:cTn id="8" dur="1000" fill="hold"/>
                                        <p:tgtEl>
                                          <p:spTgt spid="1035"/>
                                        </p:tgtEl>
                                        <p:attrNameLst>
                                          <p:attrName>ppt_x</p:attrName>
                                        </p:attrNameLst>
                                      </p:cBhvr>
                                      <p:tavLst>
                                        <p:tav tm="0">
                                          <p:val>
                                            <p:strVal val="#ppt_x"/>
                                          </p:val>
                                        </p:tav>
                                        <p:tav tm="100000">
                                          <p:val>
                                            <p:strVal val="#ppt_x"/>
                                          </p:val>
                                        </p:tav>
                                      </p:tavLst>
                                    </p:anim>
                                    <p:anim calcmode="lin" valueType="num">
                                      <p:cBhvr>
                                        <p:cTn id="9" dur="1000" fill="hold"/>
                                        <p:tgtEl>
                                          <p:spTgt spid="103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31"/>
                                        </p:tgtEl>
                                        <p:attrNameLst>
                                          <p:attrName>style.visibility</p:attrName>
                                        </p:attrNameLst>
                                      </p:cBhvr>
                                      <p:to>
                                        <p:strVal val="visible"/>
                                      </p:to>
                                    </p:set>
                                    <p:animEffect transition="in" filter="fade">
                                      <p:cBhvr>
                                        <p:cTn id="12" dur="1000"/>
                                        <p:tgtEl>
                                          <p:spTgt spid="1031"/>
                                        </p:tgtEl>
                                      </p:cBhvr>
                                    </p:animEffect>
                                    <p:anim calcmode="lin" valueType="num">
                                      <p:cBhvr>
                                        <p:cTn id="13" dur="1000" fill="hold"/>
                                        <p:tgtEl>
                                          <p:spTgt spid="1031"/>
                                        </p:tgtEl>
                                        <p:attrNameLst>
                                          <p:attrName>ppt_x</p:attrName>
                                        </p:attrNameLst>
                                      </p:cBhvr>
                                      <p:tavLst>
                                        <p:tav tm="0">
                                          <p:val>
                                            <p:strVal val="#ppt_x"/>
                                          </p:val>
                                        </p:tav>
                                        <p:tav tm="100000">
                                          <p:val>
                                            <p:strVal val="#ppt_x"/>
                                          </p:val>
                                        </p:tav>
                                      </p:tavLst>
                                    </p:anim>
                                    <p:anim calcmode="lin" valueType="num">
                                      <p:cBhvr>
                                        <p:cTn id="14" dur="1000" fill="hold"/>
                                        <p:tgtEl>
                                          <p:spTgt spid="103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36">
                                            <p:txEl>
                                              <p:pRg st="0" end="0"/>
                                            </p:txEl>
                                          </p:spTgt>
                                        </p:tgtEl>
                                        <p:attrNameLst>
                                          <p:attrName>style.visibility</p:attrName>
                                        </p:attrNameLst>
                                      </p:cBhvr>
                                      <p:to>
                                        <p:strVal val="visible"/>
                                      </p:to>
                                    </p:set>
                                    <p:animEffect transition="in" filter="fade">
                                      <p:cBhvr>
                                        <p:cTn id="17" dur="1000"/>
                                        <p:tgtEl>
                                          <p:spTgt spid="1036">
                                            <p:txEl>
                                              <p:pRg st="0" end="0"/>
                                            </p:txEl>
                                          </p:spTgt>
                                        </p:tgtEl>
                                      </p:cBhvr>
                                    </p:animEffect>
                                    <p:anim calcmode="lin" valueType="num">
                                      <p:cBhvr>
                                        <p:cTn id="18" dur="1000" fill="hold"/>
                                        <p:tgtEl>
                                          <p:spTgt spid="1036">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103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036">
                                            <p:txEl>
                                              <p:pRg st="1" end="1"/>
                                            </p:txEl>
                                          </p:spTgt>
                                        </p:tgtEl>
                                        <p:attrNameLst>
                                          <p:attrName>style.visibility</p:attrName>
                                        </p:attrNameLst>
                                      </p:cBhvr>
                                      <p:to>
                                        <p:strVal val="visible"/>
                                      </p:to>
                                    </p:set>
                                    <p:animEffect transition="in" filter="fade">
                                      <p:cBhvr>
                                        <p:cTn id="24" dur="1000"/>
                                        <p:tgtEl>
                                          <p:spTgt spid="1036">
                                            <p:txEl>
                                              <p:pRg st="1" end="1"/>
                                            </p:txEl>
                                          </p:spTgt>
                                        </p:tgtEl>
                                      </p:cBhvr>
                                    </p:animEffect>
                                    <p:anim calcmode="lin" valueType="num">
                                      <p:cBhvr>
                                        <p:cTn id="25" dur="1000" fill="hold"/>
                                        <p:tgtEl>
                                          <p:spTgt spid="1036">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103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36">
                                            <p:txEl>
                                              <p:pRg st="2" end="2"/>
                                            </p:txEl>
                                          </p:spTgt>
                                        </p:tgtEl>
                                        <p:attrNameLst>
                                          <p:attrName>style.visibility</p:attrName>
                                        </p:attrNameLst>
                                      </p:cBhvr>
                                      <p:to>
                                        <p:strVal val="visible"/>
                                      </p:to>
                                    </p:set>
                                    <p:animEffect transition="in" filter="fade">
                                      <p:cBhvr>
                                        <p:cTn id="31" dur="1000"/>
                                        <p:tgtEl>
                                          <p:spTgt spid="1036">
                                            <p:txEl>
                                              <p:pRg st="2" end="2"/>
                                            </p:txEl>
                                          </p:spTgt>
                                        </p:tgtEl>
                                      </p:cBhvr>
                                    </p:animEffect>
                                    <p:anim calcmode="lin" valueType="num">
                                      <p:cBhvr>
                                        <p:cTn id="32" dur="1000" fill="hold"/>
                                        <p:tgtEl>
                                          <p:spTgt spid="1036">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103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036">
                                            <p:txEl>
                                              <p:pRg st="3" end="3"/>
                                            </p:txEl>
                                          </p:spTgt>
                                        </p:tgtEl>
                                        <p:attrNameLst>
                                          <p:attrName>style.visibility</p:attrName>
                                        </p:attrNameLst>
                                      </p:cBhvr>
                                      <p:to>
                                        <p:strVal val="visible"/>
                                      </p:to>
                                    </p:set>
                                    <p:animEffect transition="in" filter="fade">
                                      <p:cBhvr>
                                        <p:cTn id="38" dur="1000"/>
                                        <p:tgtEl>
                                          <p:spTgt spid="1036">
                                            <p:txEl>
                                              <p:pRg st="3" end="3"/>
                                            </p:txEl>
                                          </p:spTgt>
                                        </p:tgtEl>
                                      </p:cBhvr>
                                    </p:animEffect>
                                    <p:anim calcmode="lin" valueType="num">
                                      <p:cBhvr>
                                        <p:cTn id="39" dur="1000" fill="hold"/>
                                        <p:tgtEl>
                                          <p:spTgt spid="1036">
                                            <p:txEl>
                                              <p:pRg st="3" end="3"/>
                                            </p:txEl>
                                          </p:spTgt>
                                        </p:tgtEl>
                                        <p:attrNameLst>
                                          <p:attrName>ppt_x</p:attrName>
                                        </p:attrNameLst>
                                      </p:cBhvr>
                                      <p:tavLst>
                                        <p:tav tm="0">
                                          <p:val>
                                            <p:strVal val="#ppt_x"/>
                                          </p:val>
                                        </p:tav>
                                        <p:tav tm="100000">
                                          <p:val>
                                            <p:strVal val="#ppt_x"/>
                                          </p:val>
                                        </p:tav>
                                      </p:tavLst>
                                    </p:anim>
                                    <p:anim calcmode="lin" valueType="num">
                                      <p:cBhvr>
                                        <p:cTn id="40" dur="1000" fill="hold"/>
                                        <p:tgtEl>
                                          <p:spTgt spid="103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5" grpId="0"/>
      <p:bldP spid="103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 name="PlaceHolder 1"/>
          <p:cNvSpPr>
            <a:spLocks noGrp="1"/>
          </p:cNvSpPr>
          <p:nvPr>
            <p:ph type="title"/>
          </p:nvPr>
        </p:nvSpPr>
        <p:spPr>
          <a:xfrm>
            <a:off x="561960" y="1761840"/>
            <a:ext cx="1702080" cy="99324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6200" b="1" strike="noStrike" spc="-1" dirty="0">
                <a:solidFill>
                  <a:schemeClr val="dk2"/>
                </a:solidFill>
                <a:latin typeface="Poppins"/>
                <a:ea typeface="Poppins"/>
              </a:rPr>
              <a:t>03</a:t>
            </a:r>
            <a:endParaRPr lang="fr-FR" sz="6200" b="0" strike="noStrike" spc="-1" dirty="0">
              <a:solidFill>
                <a:srgbClr val="000000"/>
              </a:solidFill>
              <a:latin typeface="Arial"/>
            </a:endParaRPr>
          </a:p>
        </p:txBody>
      </p:sp>
      <p:grpSp>
        <p:nvGrpSpPr>
          <p:cNvPr id="1038" name="Google Shape;1715;p 2"/>
          <p:cNvGrpSpPr/>
          <p:nvPr/>
        </p:nvGrpSpPr>
        <p:grpSpPr>
          <a:xfrm>
            <a:off x="-419760" y="3324960"/>
            <a:ext cx="3922200" cy="2969640"/>
            <a:chOff x="-419760" y="3324960"/>
            <a:chExt cx="3922200" cy="2969640"/>
          </a:xfrm>
        </p:grpSpPr>
        <p:pic>
          <p:nvPicPr>
            <p:cNvPr id="1039" name="Google Shape;1716;p 2"/>
            <p:cNvPicPr/>
            <p:nvPr/>
          </p:nvPicPr>
          <p:blipFill>
            <a:blip r:embed="rId2"/>
            <a:srcRect l="16959" t="24713" r="7122" b="26173"/>
            <a:stretch/>
          </p:blipFill>
          <p:spPr>
            <a:xfrm>
              <a:off x="-419760" y="3324960"/>
              <a:ext cx="3890880" cy="2969640"/>
            </a:xfrm>
            <a:prstGeom prst="rect">
              <a:avLst/>
            </a:prstGeom>
            <a:ln w="0">
              <a:noFill/>
            </a:ln>
          </p:spPr>
        </p:pic>
        <p:grpSp>
          <p:nvGrpSpPr>
            <p:cNvPr id="1040" name="Google Shape;1717;p 2"/>
            <p:cNvGrpSpPr/>
            <p:nvPr/>
          </p:nvGrpSpPr>
          <p:grpSpPr>
            <a:xfrm>
              <a:off x="1808280" y="4416120"/>
              <a:ext cx="1694160" cy="1359720"/>
              <a:chOff x="1808280" y="4416120"/>
              <a:chExt cx="1694160" cy="1359720"/>
            </a:xfrm>
          </p:grpSpPr>
          <p:sp>
            <p:nvSpPr>
              <p:cNvPr id="1041" name="Google Shape;1718;p 2"/>
              <p:cNvSpPr/>
              <p:nvPr/>
            </p:nvSpPr>
            <p:spPr>
              <a:xfrm>
                <a:off x="2242080" y="4684320"/>
                <a:ext cx="1260360" cy="1091520"/>
              </a:xfrm>
              <a:custGeom>
                <a:avLst/>
                <a:gdLst>
                  <a:gd name="textAreaLeft" fmla="*/ 0 w 1260360"/>
                  <a:gd name="textAreaRight" fmla="*/ 1260720 w 1260360"/>
                  <a:gd name="textAreaTop" fmla="*/ 0 h 1091520"/>
                  <a:gd name="textAreaBottom" fmla="*/ 1091880 h 10915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042" name="Google Shape;1719;p 2"/>
              <p:cNvSpPr/>
              <p:nvPr/>
            </p:nvSpPr>
            <p:spPr>
              <a:xfrm>
                <a:off x="2218680" y="441612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043" name="Google Shape;1720;p 2"/>
              <p:cNvSpPr/>
              <p:nvPr/>
            </p:nvSpPr>
            <p:spPr>
              <a:xfrm>
                <a:off x="1808280" y="468432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grpSp>
      </p:grpSp>
      <p:grpSp>
        <p:nvGrpSpPr>
          <p:cNvPr id="1044" name="Google Shape;1722;p 2"/>
          <p:cNvGrpSpPr/>
          <p:nvPr/>
        </p:nvGrpSpPr>
        <p:grpSpPr>
          <a:xfrm>
            <a:off x="6487560" y="-1301040"/>
            <a:ext cx="4267800" cy="6665400"/>
            <a:chOff x="6487560" y="-1301040"/>
            <a:chExt cx="4267800" cy="6665400"/>
          </a:xfrm>
        </p:grpSpPr>
        <p:sp>
          <p:nvSpPr>
            <p:cNvPr id="1045" name="Google Shape;1723;p 2"/>
            <p:cNvSpPr/>
            <p:nvPr/>
          </p:nvSpPr>
          <p:spPr>
            <a:xfrm>
              <a:off x="6727680" y="10332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046" name="Google Shape;1724;p 2"/>
            <p:cNvSpPr/>
            <p:nvPr/>
          </p:nvSpPr>
          <p:spPr>
            <a:xfrm>
              <a:off x="7070400" y="8136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047" name="Google Shape;1725;p 2"/>
            <p:cNvSpPr/>
            <p:nvPr/>
          </p:nvSpPr>
          <p:spPr>
            <a:xfrm>
              <a:off x="7602480" y="24552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048" name="Google Shape;1726;p 2"/>
            <p:cNvSpPr/>
            <p:nvPr/>
          </p:nvSpPr>
          <p:spPr>
            <a:xfrm>
              <a:off x="7235280" y="62244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049" name="Google Shape;1727;p 2"/>
            <p:cNvSpPr/>
            <p:nvPr/>
          </p:nvSpPr>
          <p:spPr>
            <a:xfrm>
              <a:off x="6933240" y="62136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pic>
          <p:nvPicPr>
            <p:cNvPr id="1050" name="Google Shape;1728;p 2"/>
            <p:cNvPicPr/>
            <p:nvPr/>
          </p:nvPicPr>
          <p:blipFill>
            <a:blip r:embed="rId2"/>
            <a:srcRect l="16959" t="24713" r="7122" b="26173"/>
            <a:stretch/>
          </p:blipFill>
          <p:spPr>
            <a:xfrm>
              <a:off x="6487560" y="-1301040"/>
              <a:ext cx="4198320" cy="3204000"/>
            </a:xfrm>
            <a:prstGeom prst="rect">
              <a:avLst/>
            </a:prstGeom>
            <a:ln w="0">
              <a:noFill/>
            </a:ln>
          </p:spPr>
        </p:pic>
        <p:grpSp>
          <p:nvGrpSpPr>
            <p:cNvPr id="1051" name="Google Shape;1729;p 2"/>
            <p:cNvGrpSpPr/>
            <p:nvPr/>
          </p:nvGrpSpPr>
          <p:grpSpPr>
            <a:xfrm>
              <a:off x="8232840" y="4254480"/>
              <a:ext cx="708120" cy="707760"/>
              <a:chOff x="8232840" y="4254480"/>
              <a:chExt cx="708120" cy="707760"/>
            </a:xfrm>
          </p:grpSpPr>
          <p:sp>
            <p:nvSpPr>
              <p:cNvPr id="1052" name="Google Shape;1730;p 2"/>
              <p:cNvSpPr/>
              <p:nvPr/>
            </p:nvSpPr>
            <p:spPr>
              <a:xfrm rot="5400000">
                <a:off x="8691480" y="425448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053" name="Google Shape;1731;p 2"/>
              <p:cNvSpPr/>
              <p:nvPr/>
            </p:nvSpPr>
            <p:spPr>
              <a:xfrm rot="5400000">
                <a:off x="8615160" y="433080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054" name="Google Shape;1732;p 2"/>
              <p:cNvSpPr/>
              <p:nvPr/>
            </p:nvSpPr>
            <p:spPr>
              <a:xfrm rot="5400000">
                <a:off x="8538840" y="4407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055" name="Google Shape;1733;p 2"/>
              <p:cNvSpPr/>
              <p:nvPr/>
            </p:nvSpPr>
            <p:spPr>
              <a:xfrm rot="5400000">
                <a:off x="8462160" y="4483440"/>
                <a:ext cx="249480" cy="249120"/>
              </a:xfrm>
              <a:custGeom>
                <a:avLst/>
                <a:gdLst>
                  <a:gd name="textAreaLeft" fmla="*/ 0 w 249480"/>
                  <a:gd name="textAreaRight" fmla="*/ 249840 w 249480"/>
                  <a:gd name="textAreaTop" fmla="*/ 0 h 249120"/>
                  <a:gd name="textAreaBottom" fmla="*/ 249480 h 249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056" name="Google Shape;1734;p 2"/>
              <p:cNvSpPr/>
              <p:nvPr/>
            </p:nvSpPr>
            <p:spPr>
              <a:xfrm rot="5400000">
                <a:off x="8385840" y="4560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057" name="Google Shape;1735;p 2"/>
              <p:cNvSpPr/>
              <p:nvPr/>
            </p:nvSpPr>
            <p:spPr>
              <a:xfrm rot="5400000">
                <a:off x="8309520" y="4636800"/>
                <a:ext cx="249120" cy="249120"/>
              </a:xfrm>
              <a:custGeom>
                <a:avLst/>
                <a:gdLst>
                  <a:gd name="textAreaLeft" fmla="*/ 0 w 249120"/>
                  <a:gd name="textAreaRight" fmla="*/ 249480 w 249120"/>
                  <a:gd name="textAreaTop" fmla="*/ 0 h 249120"/>
                  <a:gd name="textAreaBottom" fmla="*/ 249480 h 249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058" name="Google Shape;1736;p 2"/>
              <p:cNvSpPr/>
              <p:nvPr/>
            </p:nvSpPr>
            <p:spPr>
              <a:xfrm rot="5400000">
                <a:off x="8232840" y="471276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grpSp>
        <p:grpSp>
          <p:nvGrpSpPr>
            <p:cNvPr id="1059" name="Google Shape;1737;p 2"/>
            <p:cNvGrpSpPr/>
            <p:nvPr/>
          </p:nvGrpSpPr>
          <p:grpSpPr>
            <a:xfrm>
              <a:off x="8999280" y="3354480"/>
              <a:ext cx="457920" cy="457200"/>
              <a:chOff x="8999280" y="3354480"/>
              <a:chExt cx="457920" cy="457200"/>
            </a:xfrm>
          </p:grpSpPr>
          <p:sp>
            <p:nvSpPr>
              <p:cNvPr id="1060" name="Google Shape;1738;p 2"/>
              <p:cNvSpPr/>
              <p:nvPr/>
            </p:nvSpPr>
            <p:spPr>
              <a:xfrm rot="5400000">
                <a:off x="9295920" y="335448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1061" name="Google Shape;1739;p 2"/>
              <p:cNvSpPr/>
              <p:nvPr/>
            </p:nvSpPr>
            <p:spPr>
              <a:xfrm rot="5400000">
                <a:off x="9246600" y="340344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1062" name="Google Shape;1740;p 2"/>
              <p:cNvSpPr/>
              <p:nvPr/>
            </p:nvSpPr>
            <p:spPr>
              <a:xfrm rot="5400000">
                <a:off x="9197280" y="345312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1063" name="Google Shape;1741;p 2"/>
              <p:cNvSpPr/>
              <p:nvPr/>
            </p:nvSpPr>
            <p:spPr>
              <a:xfrm rot="5400000">
                <a:off x="9147600" y="3502440"/>
                <a:ext cx="161280" cy="160920"/>
              </a:xfrm>
              <a:custGeom>
                <a:avLst/>
                <a:gdLst>
                  <a:gd name="textAreaLeft" fmla="*/ 0 w 161280"/>
                  <a:gd name="textAreaRight" fmla="*/ 161640 w 161280"/>
                  <a:gd name="textAreaTop" fmla="*/ 0 h 160920"/>
                  <a:gd name="textAreaBottom" fmla="*/ 161280 h 1609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1064" name="Google Shape;1742;p 2"/>
              <p:cNvSpPr/>
              <p:nvPr/>
            </p:nvSpPr>
            <p:spPr>
              <a:xfrm rot="5400000">
                <a:off x="9098280" y="355176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1065" name="Google Shape;1743;p 2"/>
              <p:cNvSpPr/>
              <p:nvPr/>
            </p:nvSpPr>
            <p:spPr>
              <a:xfrm rot="5400000">
                <a:off x="9048960" y="3601440"/>
                <a:ext cx="160920" cy="160920"/>
              </a:xfrm>
              <a:custGeom>
                <a:avLst/>
                <a:gdLst>
                  <a:gd name="textAreaLeft" fmla="*/ 0 w 160920"/>
                  <a:gd name="textAreaRight" fmla="*/ 161280 w 160920"/>
                  <a:gd name="textAreaTop" fmla="*/ 0 h 160920"/>
                  <a:gd name="textAreaBottom" fmla="*/ 161280 h 1609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1066" name="Google Shape;1744;p 2"/>
              <p:cNvSpPr/>
              <p:nvPr/>
            </p:nvSpPr>
            <p:spPr>
              <a:xfrm rot="5400000">
                <a:off x="8999280" y="365040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grpSp>
        <p:grpSp>
          <p:nvGrpSpPr>
            <p:cNvPr id="1067" name="Google Shape;1745;p 2"/>
            <p:cNvGrpSpPr/>
            <p:nvPr/>
          </p:nvGrpSpPr>
          <p:grpSpPr>
            <a:xfrm>
              <a:off x="8146800" y="539640"/>
              <a:ext cx="207720" cy="207720"/>
              <a:chOff x="8146800" y="539640"/>
              <a:chExt cx="207720" cy="207720"/>
            </a:xfrm>
          </p:grpSpPr>
          <p:sp>
            <p:nvSpPr>
              <p:cNvPr id="1068" name="Google Shape;1746;p 2"/>
              <p:cNvSpPr/>
              <p:nvPr/>
            </p:nvSpPr>
            <p:spPr>
              <a:xfrm>
                <a:off x="8146800" y="53964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endParaRPr lang="fr-FR" sz="1400" b="0" strike="noStrike" spc="-1">
                  <a:solidFill>
                    <a:srgbClr val="000000"/>
                  </a:solidFill>
                  <a:latin typeface="Arial"/>
                  <a:ea typeface="Arial"/>
                </a:endParaRPr>
              </a:p>
            </p:txBody>
          </p:sp>
          <p:sp>
            <p:nvSpPr>
              <p:cNvPr id="1069" name="Google Shape;1747;p 2"/>
              <p:cNvSpPr/>
              <p:nvPr/>
            </p:nvSpPr>
            <p:spPr>
              <a:xfrm>
                <a:off x="8175960" y="56880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endParaRPr lang="fr-FR" sz="1400" b="0" strike="noStrike" spc="-1">
                  <a:solidFill>
                    <a:srgbClr val="000000"/>
                  </a:solidFill>
                  <a:latin typeface="Arial"/>
                  <a:ea typeface="Arial"/>
                </a:endParaRPr>
              </a:p>
            </p:txBody>
          </p:sp>
        </p:grpSp>
        <p:grpSp>
          <p:nvGrpSpPr>
            <p:cNvPr id="1070" name="Google Shape;1748;p 2"/>
            <p:cNvGrpSpPr/>
            <p:nvPr/>
          </p:nvGrpSpPr>
          <p:grpSpPr>
            <a:xfrm>
              <a:off x="7554240" y="2467800"/>
              <a:ext cx="207720" cy="207720"/>
              <a:chOff x="7554240" y="2467800"/>
              <a:chExt cx="207720" cy="207720"/>
            </a:xfrm>
          </p:grpSpPr>
          <p:sp>
            <p:nvSpPr>
              <p:cNvPr id="1071" name="Google Shape;1749;p 2"/>
              <p:cNvSpPr/>
              <p:nvPr/>
            </p:nvSpPr>
            <p:spPr>
              <a:xfrm>
                <a:off x="7554240" y="246780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endParaRPr lang="fr-FR" sz="1400" b="0" strike="noStrike" spc="-1">
                  <a:solidFill>
                    <a:srgbClr val="000000"/>
                  </a:solidFill>
                  <a:latin typeface="Arial"/>
                  <a:ea typeface="Arial"/>
                </a:endParaRPr>
              </a:p>
            </p:txBody>
          </p:sp>
          <p:sp>
            <p:nvSpPr>
              <p:cNvPr id="1072" name="Google Shape;1750;p 2"/>
              <p:cNvSpPr/>
              <p:nvPr/>
            </p:nvSpPr>
            <p:spPr>
              <a:xfrm>
                <a:off x="7583760" y="249696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endParaRPr lang="fr-FR" sz="1400" b="0" strike="noStrike" spc="-1">
                  <a:solidFill>
                    <a:srgbClr val="000000"/>
                  </a:solidFill>
                  <a:latin typeface="Arial"/>
                  <a:ea typeface="Arial"/>
                </a:endParaRPr>
              </a:p>
            </p:txBody>
          </p:sp>
        </p:grpSp>
        <p:sp>
          <p:nvSpPr>
            <p:cNvPr id="1073" name="Google Shape;1751;p 2"/>
            <p:cNvSpPr/>
            <p:nvPr/>
          </p:nvSpPr>
          <p:spPr>
            <a:xfrm>
              <a:off x="7454520" y="4164120"/>
              <a:ext cx="147600" cy="14760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52200" bIns="52200" anchor="ctr">
              <a:noAutofit/>
            </a:bodyPr>
            <a:lstStyle/>
            <a:p>
              <a:endParaRPr lang="fr-FR" sz="1400" b="0" strike="noStrike" spc="-1">
                <a:solidFill>
                  <a:srgbClr val="000000"/>
                </a:solidFill>
                <a:latin typeface="Arial"/>
                <a:ea typeface="Arial"/>
              </a:endParaRPr>
            </a:p>
          </p:txBody>
        </p:sp>
      </p:grpSp>
      <p:grpSp>
        <p:nvGrpSpPr>
          <p:cNvPr id="1074" name="Google Shape;1752;p 2"/>
          <p:cNvGrpSpPr/>
          <p:nvPr/>
        </p:nvGrpSpPr>
        <p:grpSpPr>
          <a:xfrm>
            <a:off x="2222640" y="2678760"/>
            <a:ext cx="4558680" cy="133920"/>
            <a:chOff x="2380680" y="1942560"/>
            <a:chExt cx="4558680" cy="133920"/>
          </a:xfrm>
        </p:grpSpPr>
        <p:sp>
          <p:nvSpPr>
            <p:cNvPr id="1075" name="Google Shape;1753;p 2"/>
            <p:cNvSpPr/>
            <p:nvPr/>
          </p:nvSpPr>
          <p:spPr>
            <a:xfrm>
              <a:off x="6805440" y="194256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endParaRPr lang="fr-FR" sz="1400" b="0" strike="noStrike" spc="-1">
                <a:solidFill>
                  <a:srgbClr val="000000"/>
                </a:solidFill>
                <a:latin typeface="Arial"/>
                <a:ea typeface="Arial"/>
              </a:endParaRPr>
            </a:p>
          </p:txBody>
        </p:sp>
        <p:cxnSp>
          <p:nvCxnSpPr>
            <p:cNvPr id="1076" name="Google Shape;1754;p 2"/>
            <p:cNvCxnSpPr/>
            <p:nvPr/>
          </p:nvCxnSpPr>
          <p:spPr>
            <a:xfrm>
              <a:off x="2380680" y="2009520"/>
              <a:ext cx="4462920" cy="360"/>
            </a:xfrm>
            <a:prstGeom prst="straightConnector1">
              <a:avLst/>
            </a:prstGeom>
            <a:ln w="9525">
              <a:solidFill>
                <a:srgbClr val="0C0A9E"/>
              </a:solidFill>
              <a:round/>
            </a:ln>
          </p:spPr>
        </p:cxnSp>
        <p:sp>
          <p:nvSpPr>
            <p:cNvPr id="1077" name="Google Shape;1755;p 2"/>
            <p:cNvSpPr/>
            <p:nvPr/>
          </p:nvSpPr>
          <p:spPr>
            <a:xfrm>
              <a:off x="6835680" y="197280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endParaRPr lang="fr-FR" sz="1400" b="0" strike="noStrike" spc="-1">
                <a:solidFill>
                  <a:srgbClr val="000000"/>
                </a:solidFill>
                <a:latin typeface="Arial"/>
                <a:ea typeface="Arial"/>
              </a:endParaRPr>
            </a:p>
          </p:txBody>
        </p:sp>
      </p:grpSp>
      <p:sp>
        <p:nvSpPr>
          <p:cNvPr id="1078" name="PlaceHolder 2"/>
          <p:cNvSpPr>
            <a:spLocks noGrp="1"/>
          </p:cNvSpPr>
          <p:nvPr>
            <p:ph type="title"/>
          </p:nvPr>
        </p:nvSpPr>
        <p:spPr>
          <a:xfrm>
            <a:off x="2164320" y="1797840"/>
            <a:ext cx="5597640" cy="841320"/>
          </a:xfrm>
          <a:prstGeom prst="rect">
            <a:avLst/>
          </a:prstGeom>
          <a:noFill/>
          <a:ln w="0">
            <a:noFill/>
          </a:ln>
        </p:spPr>
        <p:txBody>
          <a:bodyPr lIns="91440" tIns="91440" rIns="91440" bIns="91440" anchor="ctr">
            <a:noAutofit/>
          </a:bodyPr>
          <a:lstStyle/>
          <a:p>
            <a:pPr indent="0">
              <a:lnSpc>
                <a:spcPct val="100000"/>
              </a:lnSpc>
              <a:buNone/>
            </a:pPr>
            <a:r>
              <a:rPr lang="fr-FR" sz="6000" b="1" strike="noStrike" spc="-1" dirty="0">
                <a:solidFill>
                  <a:schemeClr val="dk2"/>
                </a:solidFill>
                <a:latin typeface="Poppins"/>
                <a:ea typeface="IBM Plex Mono"/>
              </a:rPr>
              <a:t>Nos Solutions</a:t>
            </a:r>
            <a:endParaRPr lang="fr-FR" sz="60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037"/>
                                        </p:tgtEl>
                                        <p:attrNameLst>
                                          <p:attrName>style.visibility</p:attrName>
                                        </p:attrNameLst>
                                      </p:cBhvr>
                                      <p:to>
                                        <p:strVal val="visible"/>
                                      </p:to>
                                    </p:set>
                                    <p:animEffect transition="in" filter="randombar(vertical)">
                                      <p:cBhvr>
                                        <p:cTn id="7" dur="500"/>
                                        <p:tgtEl>
                                          <p:spTgt spid="1037"/>
                                        </p:tgtEl>
                                      </p:cBhvr>
                                    </p:animEffect>
                                  </p:childTnLst>
                                </p:cTn>
                              </p:par>
                              <p:par>
                                <p:cTn id="8" presetID="14" presetClass="entr" presetSubtype="5" fill="hold" grpId="0" nodeType="withEffect">
                                  <p:stCondLst>
                                    <p:cond delay="0"/>
                                  </p:stCondLst>
                                  <p:childTnLst>
                                    <p:set>
                                      <p:cBhvr>
                                        <p:cTn id="9" dur="1" fill="hold">
                                          <p:stCondLst>
                                            <p:cond delay="0"/>
                                          </p:stCondLst>
                                        </p:cTn>
                                        <p:tgtEl>
                                          <p:spTgt spid="1078"/>
                                        </p:tgtEl>
                                        <p:attrNameLst>
                                          <p:attrName>style.visibility</p:attrName>
                                        </p:attrNameLst>
                                      </p:cBhvr>
                                      <p:to>
                                        <p:strVal val="visible"/>
                                      </p:to>
                                    </p:set>
                                    <p:animEffect transition="in" filter="randombar(vertical)">
                                      <p:cBhvr>
                                        <p:cTn id="10" dur="500"/>
                                        <p:tgtEl>
                                          <p:spTgt spid="1078"/>
                                        </p:tgtEl>
                                      </p:cBhvr>
                                    </p:animEffect>
                                  </p:childTnLst>
                                </p:cTn>
                              </p:par>
                              <p:par>
                                <p:cTn id="11" presetID="14" presetClass="entr" presetSubtype="5" fill="hold" nodeType="withEffect">
                                  <p:stCondLst>
                                    <p:cond delay="0"/>
                                  </p:stCondLst>
                                  <p:childTnLst>
                                    <p:set>
                                      <p:cBhvr>
                                        <p:cTn id="12" dur="1" fill="hold">
                                          <p:stCondLst>
                                            <p:cond delay="0"/>
                                          </p:stCondLst>
                                        </p:cTn>
                                        <p:tgtEl>
                                          <p:spTgt spid="1074"/>
                                        </p:tgtEl>
                                        <p:attrNameLst>
                                          <p:attrName>style.visibility</p:attrName>
                                        </p:attrNameLst>
                                      </p:cBhvr>
                                      <p:to>
                                        <p:strVal val="visible"/>
                                      </p:to>
                                    </p:set>
                                    <p:animEffect transition="in" filter="randombar(vertical)">
                                      <p:cBhvr>
                                        <p:cTn id="13" dur="500"/>
                                        <p:tgtEl>
                                          <p:spTgt spid="1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7" grpId="0"/>
      <p:bldP spid="107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9" name="Google Shape;1543;g34e49acc5b4_4_48"/>
          <p:cNvGrpSpPr/>
          <p:nvPr/>
        </p:nvGrpSpPr>
        <p:grpSpPr>
          <a:xfrm>
            <a:off x="-368640" y="3354480"/>
            <a:ext cx="3922200" cy="2969640"/>
            <a:chOff x="-368640" y="3354480"/>
            <a:chExt cx="3922200" cy="2969640"/>
          </a:xfrm>
        </p:grpSpPr>
        <p:pic>
          <p:nvPicPr>
            <p:cNvPr id="1080" name="Google Shape;1544;g34e49acc5b4_4_48"/>
            <p:cNvPicPr/>
            <p:nvPr/>
          </p:nvPicPr>
          <p:blipFill>
            <a:blip r:embed="rId2"/>
            <a:srcRect l="16959" t="24713" r="7122" b="26173"/>
            <a:stretch/>
          </p:blipFill>
          <p:spPr>
            <a:xfrm>
              <a:off x="-368640" y="3354480"/>
              <a:ext cx="3890880" cy="2969640"/>
            </a:xfrm>
            <a:prstGeom prst="rect">
              <a:avLst/>
            </a:prstGeom>
            <a:ln w="0">
              <a:noFill/>
            </a:ln>
          </p:spPr>
        </p:pic>
        <p:grpSp>
          <p:nvGrpSpPr>
            <p:cNvPr id="1081" name="Google Shape;1545;g34e49acc5b4_4_48"/>
            <p:cNvGrpSpPr/>
            <p:nvPr/>
          </p:nvGrpSpPr>
          <p:grpSpPr>
            <a:xfrm>
              <a:off x="1859400" y="4445640"/>
              <a:ext cx="1694160" cy="1359720"/>
              <a:chOff x="1859400" y="4445640"/>
              <a:chExt cx="1694160" cy="1359720"/>
            </a:xfrm>
          </p:grpSpPr>
          <p:sp>
            <p:nvSpPr>
              <p:cNvPr id="1082" name="Google Shape;1546;g34e49acc5b4_4_48"/>
              <p:cNvSpPr/>
              <p:nvPr/>
            </p:nvSpPr>
            <p:spPr>
              <a:xfrm>
                <a:off x="2293200" y="4713840"/>
                <a:ext cx="1260360" cy="1091520"/>
              </a:xfrm>
              <a:custGeom>
                <a:avLst/>
                <a:gdLst>
                  <a:gd name="textAreaLeft" fmla="*/ 0 w 1260360"/>
                  <a:gd name="textAreaRight" fmla="*/ 1260720 w 1260360"/>
                  <a:gd name="textAreaTop" fmla="*/ 0 h 1091520"/>
                  <a:gd name="textAreaBottom" fmla="*/ 1091880 h 10915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83" name="Google Shape;1547;g34e49acc5b4_4_48"/>
              <p:cNvSpPr/>
              <p:nvPr/>
            </p:nvSpPr>
            <p:spPr>
              <a:xfrm>
                <a:off x="2269800" y="444564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84" name="Google Shape;1548;g34e49acc5b4_4_48"/>
              <p:cNvSpPr/>
              <p:nvPr/>
            </p:nvSpPr>
            <p:spPr>
              <a:xfrm>
                <a:off x="1859400" y="471384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1085" name="Google Shape;1550;g34e49acc5b4_4_48"/>
          <p:cNvGrpSpPr/>
          <p:nvPr/>
        </p:nvGrpSpPr>
        <p:grpSpPr>
          <a:xfrm>
            <a:off x="6983640" y="-1380600"/>
            <a:ext cx="4267800" cy="6665400"/>
            <a:chOff x="6983640" y="-1380600"/>
            <a:chExt cx="4267800" cy="6665400"/>
          </a:xfrm>
        </p:grpSpPr>
        <p:sp>
          <p:nvSpPr>
            <p:cNvPr id="1086" name="Google Shape;1551;g34e49acc5b4_4_48"/>
            <p:cNvSpPr/>
            <p:nvPr/>
          </p:nvSpPr>
          <p:spPr>
            <a:xfrm>
              <a:off x="7223760" y="2376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87" name="Google Shape;1552;g34e49acc5b4_4_48"/>
            <p:cNvSpPr/>
            <p:nvPr/>
          </p:nvSpPr>
          <p:spPr>
            <a:xfrm>
              <a:off x="7566840" y="180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88" name="Google Shape;1553;g34e49acc5b4_4_48"/>
            <p:cNvSpPr/>
            <p:nvPr/>
          </p:nvSpPr>
          <p:spPr>
            <a:xfrm>
              <a:off x="8098560" y="16596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89" name="Google Shape;1554;g34e49acc5b4_4_48"/>
            <p:cNvSpPr/>
            <p:nvPr/>
          </p:nvSpPr>
          <p:spPr>
            <a:xfrm>
              <a:off x="7731360" y="54288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90" name="Google Shape;1555;g34e49acc5b4_4_48"/>
            <p:cNvSpPr/>
            <p:nvPr/>
          </p:nvSpPr>
          <p:spPr>
            <a:xfrm>
              <a:off x="7429320" y="54180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pic>
          <p:nvPicPr>
            <p:cNvPr id="1091" name="Google Shape;1556;g34e49acc5b4_4_48"/>
            <p:cNvPicPr/>
            <p:nvPr/>
          </p:nvPicPr>
          <p:blipFill>
            <a:blip r:embed="rId2"/>
            <a:srcRect l="16959" t="24713" r="7122" b="26173"/>
            <a:stretch/>
          </p:blipFill>
          <p:spPr>
            <a:xfrm>
              <a:off x="6983640" y="-1380600"/>
              <a:ext cx="4198320" cy="3204000"/>
            </a:xfrm>
            <a:prstGeom prst="rect">
              <a:avLst/>
            </a:prstGeom>
            <a:ln w="0">
              <a:noFill/>
            </a:ln>
          </p:spPr>
        </p:pic>
        <p:grpSp>
          <p:nvGrpSpPr>
            <p:cNvPr id="1092" name="Google Shape;1557;g34e49acc5b4_4_48"/>
            <p:cNvGrpSpPr/>
            <p:nvPr/>
          </p:nvGrpSpPr>
          <p:grpSpPr>
            <a:xfrm>
              <a:off x="8729280" y="4174920"/>
              <a:ext cx="707760" cy="707760"/>
              <a:chOff x="8729280" y="4174920"/>
              <a:chExt cx="707760" cy="707760"/>
            </a:xfrm>
          </p:grpSpPr>
          <p:sp>
            <p:nvSpPr>
              <p:cNvPr id="1093" name="Google Shape;1558;g34e49acc5b4_4_48"/>
              <p:cNvSpPr/>
              <p:nvPr/>
            </p:nvSpPr>
            <p:spPr>
              <a:xfrm rot="5400000">
                <a:off x="9187560" y="41749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94" name="Google Shape;1559;g34e49acc5b4_4_48"/>
              <p:cNvSpPr/>
              <p:nvPr/>
            </p:nvSpPr>
            <p:spPr>
              <a:xfrm rot="5400000">
                <a:off x="9111600" y="425124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95" name="Google Shape;1560;g34e49acc5b4_4_48"/>
              <p:cNvSpPr/>
              <p:nvPr/>
            </p:nvSpPr>
            <p:spPr>
              <a:xfrm rot="5400000">
                <a:off x="9034920" y="432756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96" name="Google Shape;1561;g34e49acc5b4_4_48"/>
              <p:cNvSpPr/>
              <p:nvPr/>
            </p:nvSpPr>
            <p:spPr>
              <a:xfrm rot="5400000">
                <a:off x="8958240" y="4403880"/>
                <a:ext cx="249480" cy="249120"/>
              </a:xfrm>
              <a:custGeom>
                <a:avLst/>
                <a:gdLst>
                  <a:gd name="textAreaLeft" fmla="*/ 0 w 249480"/>
                  <a:gd name="textAreaRight" fmla="*/ 249840 w 249480"/>
                  <a:gd name="textAreaTop" fmla="*/ 0 h 249120"/>
                  <a:gd name="textAreaBottom" fmla="*/ 249480 h 249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97" name="Google Shape;1562;g34e49acc5b4_4_48"/>
              <p:cNvSpPr/>
              <p:nvPr/>
            </p:nvSpPr>
            <p:spPr>
              <a:xfrm rot="5400000">
                <a:off x="8881920" y="448056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98" name="Google Shape;1563;g34e49acc5b4_4_48"/>
              <p:cNvSpPr/>
              <p:nvPr/>
            </p:nvSpPr>
            <p:spPr>
              <a:xfrm rot="5400000">
                <a:off x="8805600" y="4557240"/>
                <a:ext cx="249120" cy="249120"/>
              </a:xfrm>
              <a:custGeom>
                <a:avLst/>
                <a:gdLst>
                  <a:gd name="textAreaLeft" fmla="*/ 0 w 249120"/>
                  <a:gd name="textAreaRight" fmla="*/ 249480 w 249120"/>
                  <a:gd name="textAreaTop" fmla="*/ 0 h 249120"/>
                  <a:gd name="textAreaBottom" fmla="*/ 249480 h 249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099" name="Google Shape;1564;g34e49acc5b4_4_48"/>
              <p:cNvSpPr/>
              <p:nvPr/>
            </p:nvSpPr>
            <p:spPr>
              <a:xfrm rot="5400000">
                <a:off x="8729280" y="463320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100" name="Google Shape;1565;g34e49acc5b4_4_48"/>
            <p:cNvGrpSpPr/>
            <p:nvPr/>
          </p:nvGrpSpPr>
          <p:grpSpPr>
            <a:xfrm>
              <a:off x="9495720" y="3274920"/>
              <a:ext cx="457560" cy="457200"/>
              <a:chOff x="9495720" y="3274920"/>
              <a:chExt cx="457560" cy="457200"/>
            </a:xfrm>
          </p:grpSpPr>
          <p:sp>
            <p:nvSpPr>
              <p:cNvPr id="1101" name="Google Shape;1566;g34e49acc5b4_4_48"/>
              <p:cNvSpPr/>
              <p:nvPr/>
            </p:nvSpPr>
            <p:spPr>
              <a:xfrm rot="5400000">
                <a:off x="9792000" y="327492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02" name="Google Shape;1567;g34e49acc5b4_4_48"/>
              <p:cNvSpPr/>
              <p:nvPr/>
            </p:nvSpPr>
            <p:spPr>
              <a:xfrm rot="5400000">
                <a:off x="9742680" y="332388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03" name="Google Shape;1568;g34e49acc5b4_4_48"/>
              <p:cNvSpPr/>
              <p:nvPr/>
            </p:nvSpPr>
            <p:spPr>
              <a:xfrm rot="5400000">
                <a:off x="9693360" y="337356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04" name="Google Shape;1569;g34e49acc5b4_4_48"/>
              <p:cNvSpPr/>
              <p:nvPr/>
            </p:nvSpPr>
            <p:spPr>
              <a:xfrm rot="5400000">
                <a:off x="9643680" y="3422880"/>
                <a:ext cx="161280" cy="160920"/>
              </a:xfrm>
              <a:custGeom>
                <a:avLst/>
                <a:gdLst>
                  <a:gd name="textAreaLeft" fmla="*/ 0 w 161280"/>
                  <a:gd name="textAreaRight" fmla="*/ 161640 w 161280"/>
                  <a:gd name="textAreaTop" fmla="*/ 0 h 160920"/>
                  <a:gd name="textAreaBottom" fmla="*/ 161280 h 1609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05" name="Google Shape;1570;g34e49acc5b4_4_48"/>
              <p:cNvSpPr/>
              <p:nvPr/>
            </p:nvSpPr>
            <p:spPr>
              <a:xfrm rot="5400000">
                <a:off x="9594360" y="347220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06" name="Google Shape;1571;g34e49acc5b4_4_48"/>
              <p:cNvSpPr/>
              <p:nvPr/>
            </p:nvSpPr>
            <p:spPr>
              <a:xfrm rot="5400000">
                <a:off x="9545040" y="3521880"/>
                <a:ext cx="160920" cy="160920"/>
              </a:xfrm>
              <a:custGeom>
                <a:avLst/>
                <a:gdLst>
                  <a:gd name="textAreaLeft" fmla="*/ 0 w 160920"/>
                  <a:gd name="textAreaRight" fmla="*/ 161280 w 160920"/>
                  <a:gd name="textAreaTop" fmla="*/ 0 h 160920"/>
                  <a:gd name="textAreaBottom" fmla="*/ 161280 h 1609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07" name="Google Shape;1572;g34e49acc5b4_4_48"/>
              <p:cNvSpPr/>
              <p:nvPr/>
            </p:nvSpPr>
            <p:spPr>
              <a:xfrm rot="5400000">
                <a:off x="9495720" y="357084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108" name="Google Shape;1573;g34e49acc5b4_4_48"/>
            <p:cNvGrpSpPr/>
            <p:nvPr/>
          </p:nvGrpSpPr>
          <p:grpSpPr>
            <a:xfrm>
              <a:off x="8642880" y="460080"/>
              <a:ext cx="207720" cy="207720"/>
              <a:chOff x="8642880" y="460080"/>
              <a:chExt cx="207720" cy="207720"/>
            </a:xfrm>
          </p:grpSpPr>
          <p:sp>
            <p:nvSpPr>
              <p:cNvPr id="1109" name="Google Shape;1574;g34e49acc5b4_4_48"/>
              <p:cNvSpPr/>
              <p:nvPr/>
            </p:nvSpPr>
            <p:spPr>
              <a:xfrm>
                <a:off x="8642880" y="46008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10" name="Google Shape;1575;g34e49acc5b4_4_48"/>
              <p:cNvSpPr/>
              <p:nvPr/>
            </p:nvSpPr>
            <p:spPr>
              <a:xfrm>
                <a:off x="8672040" y="48924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111" name="Google Shape;1576;g34e49acc5b4_4_48"/>
            <p:cNvGrpSpPr/>
            <p:nvPr/>
          </p:nvGrpSpPr>
          <p:grpSpPr>
            <a:xfrm>
              <a:off x="8050320" y="2388240"/>
              <a:ext cx="207720" cy="207720"/>
              <a:chOff x="8050320" y="2388240"/>
              <a:chExt cx="207720" cy="207720"/>
            </a:xfrm>
          </p:grpSpPr>
          <p:sp>
            <p:nvSpPr>
              <p:cNvPr id="1112" name="Google Shape;1577;g34e49acc5b4_4_48"/>
              <p:cNvSpPr/>
              <p:nvPr/>
            </p:nvSpPr>
            <p:spPr>
              <a:xfrm>
                <a:off x="8050320" y="238824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13" name="Google Shape;1578;g34e49acc5b4_4_48"/>
              <p:cNvSpPr/>
              <p:nvPr/>
            </p:nvSpPr>
            <p:spPr>
              <a:xfrm>
                <a:off x="8079840" y="241740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1114" name="Google Shape;1579;g34e49acc5b4_4_48"/>
            <p:cNvSpPr/>
            <p:nvPr/>
          </p:nvSpPr>
          <p:spPr>
            <a:xfrm>
              <a:off x="7950600" y="4084560"/>
              <a:ext cx="147600" cy="14760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52200" bIns="5220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1115" name="Google Shape;1584;g34e49acc5b4_4_48"/>
          <p:cNvSpPr/>
          <p:nvPr/>
        </p:nvSpPr>
        <p:spPr>
          <a:xfrm>
            <a:off x="152640" y="547560"/>
            <a:ext cx="8698320" cy="1121525"/>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marL="457200" indent="-343080">
              <a:lnSpc>
                <a:spcPct val="150000"/>
              </a:lnSpc>
              <a:buClr>
                <a:srgbClr val="1D1D1D"/>
              </a:buClr>
              <a:buFont typeface="Calibri"/>
              <a:buChar char="➔"/>
            </a:pPr>
            <a:r>
              <a:rPr lang="en" sz="1400" b="0" strike="noStrike" spc="-1" dirty="0">
                <a:solidFill>
                  <a:schemeClr val="dk1"/>
                </a:solidFill>
                <a:latin typeface="Poppins"/>
                <a:ea typeface="Calibri"/>
              </a:rPr>
              <a:t>Mettre en place</a:t>
            </a:r>
            <a:r>
              <a:rPr lang="en" sz="1400" b="0" strike="noStrike" spc="-1" dirty="0">
                <a:solidFill>
                  <a:schemeClr val="lt2"/>
                </a:solidFill>
                <a:latin typeface="Poppins"/>
                <a:ea typeface="Calibri"/>
              </a:rPr>
              <a:t> une nouvelle version de la carte Chifa </a:t>
            </a:r>
            <a:r>
              <a:rPr lang="en" sz="1400" b="0" strike="noStrike" spc="-1" dirty="0">
                <a:solidFill>
                  <a:schemeClr val="dk1"/>
                </a:solidFill>
                <a:latin typeface="Poppins"/>
                <a:ea typeface="Calibri"/>
              </a:rPr>
              <a:t>(version 3), strictement réservée aux assurés sociaux, intégrant des fonctionnalités de sécurité renforcées (authentification biométrique tel que l’empreinte)</a:t>
            </a:r>
            <a:endParaRPr lang="fr-FR" sz="1400" b="0" strike="noStrike" spc="-1" dirty="0">
              <a:solidFill>
                <a:srgbClr val="000000"/>
              </a:solidFill>
              <a:latin typeface="Arial"/>
            </a:endParaRPr>
          </a:p>
        </p:txBody>
      </p:sp>
      <p:sp>
        <p:nvSpPr>
          <p:cNvPr id="1116" name="Google Shape;1585;g34e49acc5b4_4_48"/>
          <p:cNvSpPr/>
          <p:nvPr/>
        </p:nvSpPr>
        <p:spPr>
          <a:xfrm>
            <a:off x="175733" y="1931157"/>
            <a:ext cx="8517240" cy="1121525"/>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marL="457200" indent="-343080">
              <a:lnSpc>
                <a:spcPct val="150000"/>
              </a:lnSpc>
              <a:buClr>
                <a:srgbClr val="1D1D1D"/>
              </a:buClr>
              <a:buFont typeface="Calibri"/>
              <a:buChar char="➔"/>
            </a:pPr>
            <a:r>
              <a:rPr lang="en" sz="1400" b="0" strike="noStrike" spc="-1" dirty="0">
                <a:solidFill>
                  <a:schemeClr val="dk1"/>
                </a:solidFill>
                <a:latin typeface="Poppins"/>
                <a:ea typeface="Calibri"/>
              </a:rPr>
              <a:t>Proposer  </a:t>
            </a:r>
            <a:r>
              <a:rPr lang="en" sz="1400" b="0" strike="noStrike" spc="-1" dirty="0">
                <a:solidFill>
                  <a:schemeClr val="lt2"/>
                </a:solidFill>
                <a:latin typeface="Poppins"/>
                <a:ea typeface="Calibri"/>
              </a:rPr>
              <a:t>une plateforme numérique sécurisée au sein des établissements de santé</a:t>
            </a:r>
            <a:r>
              <a:rPr lang="en" sz="1400" b="0" strike="noStrike" spc="-1" dirty="0">
                <a:solidFill>
                  <a:schemeClr val="dk1"/>
                </a:solidFill>
                <a:latin typeface="Poppins"/>
                <a:ea typeface="Calibri"/>
              </a:rPr>
              <a:t>, destinée exclusivement aux professionnels de santé. Cette plateforme leur permettra de rédiger des ordonnances médicales et les arrêts de travail maladies .</a:t>
            </a:r>
            <a:endParaRPr lang="fr-FR" sz="1400" b="0" strike="noStrike" spc="-1" dirty="0">
              <a:solidFill>
                <a:srgbClr val="000000"/>
              </a:solidFill>
              <a:latin typeface="Arial"/>
            </a:endParaRPr>
          </a:p>
        </p:txBody>
      </p:sp>
      <p:sp>
        <p:nvSpPr>
          <p:cNvPr id="1117" name="Google Shape;1632;g34e49acc5b4_4_98"/>
          <p:cNvSpPr/>
          <p:nvPr/>
        </p:nvSpPr>
        <p:spPr>
          <a:xfrm>
            <a:off x="120430" y="3533066"/>
            <a:ext cx="8698320" cy="1123641"/>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marL="457200" indent="-343080">
              <a:lnSpc>
                <a:spcPct val="150000"/>
              </a:lnSpc>
              <a:buClr>
                <a:srgbClr val="1D1D1D"/>
              </a:buClr>
              <a:buFont typeface="Calibri"/>
              <a:buChar char="➔"/>
            </a:pPr>
            <a:r>
              <a:rPr lang="en" sz="1400" b="0" strike="noStrike" spc="-1" dirty="0">
                <a:solidFill>
                  <a:schemeClr val="dk1"/>
                </a:solidFill>
                <a:latin typeface="Poppins" panose="00000500000000000000" pitchFamily="2" charset="0"/>
                <a:ea typeface="Calibri"/>
                <a:cs typeface="Poppins" panose="00000500000000000000" pitchFamily="2" charset="0"/>
              </a:rPr>
              <a:t>Exploiter les données collectées pour détecter des comportements anormaux grâce aux outils statistiques, à la détection d’anomalies, et à l’intelligence artificielle. </a:t>
            </a:r>
            <a:endParaRPr lang="fr-FR" sz="1400" b="0" strike="noStrike" spc="-1" dirty="0">
              <a:solidFill>
                <a:srgbClr val="000000"/>
              </a:solidFill>
              <a:latin typeface="Poppins" panose="00000500000000000000" pitchFamily="2" charset="0"/>
              <a:cs typeface="Poppins" panose="00000500000000000000" pitchFamily="2" charset="0"/>
            </a:endParaRPr>
          </a:p>
          <a:p>
            <a:pPr algn="just">
              <a:lnSpc>
                <a:spcPct val="150000"/>
              </a:lnSpc>
              <a:tabLst>
                <a:tab pos="0" algn="l"/>
              </a:tabLst>
            </a:pPr>
            <a:endParaRPr lang="fr-FR" sz="1400" b="0" strike="noStrike" spc="-1" dirty="0">
              <a:solidFill>
                <a:srgbClr val="000000"/>
              </a:solidFill>
              <a:latin typeface="Poppins" panose="00000500000000000000" pitchFamily="2" charset="0"/>
              <a:cs typeface="Poppins" panose="000005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15"/>
                                        </p:tgtEl>
                                        <p:attrNameLst>
                                          <p:attrName>style.visibility</p:attrName>
                                        </p:attrNameLst>
                                      </p:cBhvr>
                                      <p:to>
                                        <p:strVal val="visible"/>
                                      </p:to>
                                    </p:set>
                                    <p:animEffect transition="in" filter="fade">
                                      <p:cBhvr>
                                        <p:cTn id="7" dur="1000"/>
                                        <p:tgtEl>
                                          <p:spTgt spid="1115"/>
                                        </p:tgtEl>
                                      </p:cBhvr>
                                    </p:animEffect>
                                    <p:anim calcmode="lin" valueType="num">
                                      <p:cBhvr>
                                        <p:cTn id="8" dur="1000" fill="hold"/>
                                        <p:tgtEl>
                                          <p:spTgt spid="1115"/>
                                        </p:tgtEl>
                                        <p:attrNameLst>
                                          <p:attrName>ppt_x</p:attrName>
                                        </p:attrNameLst>
                                      </p:cBhvr>
                                      <p:tavLst>
                                        <p:tav tm="0">
                                          <p:val>
                                            <p:strVal val="#ppt_x"/>
                                          </p:val>
                                        </p:tav>
                                        <p:tav tm="100000">
                                          <p:val>
                                            <p:strVal val="#ppt_x"/>
                                          </p:val>
                                        </p:tav>
                                      </p:tavLst>
                                    </p:anim>
                                    <p:anim calcmode="lin" valueType="num">
                                      <p:cBhvr>
                                        <p:cTn id="9" dur="1000" fill="hold"/>
                                        <p:tgtEl>
                                          <p:spTgt spid="11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16"/>
                                        </p:tgtEl>
                                        <p:attrNameLst>
                                          <p:attrName>style.visibility</p:attrName>
                                        </p:attrNameLst>
                                      </p:cBhvr>
                                      <p:to>
                                        <p:strVal val="visible"/>
                                      </p:to>
                                    </p:set>
                                    <p:animEffect transition="in" filter="fade">
                                      <p:cBhvr>
                                        <p:cTn id="14" dur="1000"/>
                                        <p:tgtEl>
                                          <p:spTgt spid="1116"/>
                                        </p:tgtEl>
                                      </p:cBhvr>
                                    </p:animEffect>
                                    <p:anim calcmode="lin" valueType="num">
                                      <p:cBhvr>
                                        <p:cTn id="15" dur="1000" fill="hold"/>
                                        <p:tgtEl>
                                          <p:spTgt spid="1116"/>
                                        </p:tgtEl>
                                        <p:attrNameLst>
                                          <p:attrName>ppt_x</p:attrName>
                                        </p:attrNameLst>
                                      </p:cBhvr>
                                      <p:tavLst>
                                        <p:tav tm="0">
                                          <p:val>
                                            <p:strVal val="#ppt_x"/>
                                          </p:val>
                                        </p:tav>
                                        <p:tav tm="100000">
                                          <p:val>
                                            <p:strVal val="#ppt_x"/>
                                          </p:val>
                                        </p:tav>
                                      </p:tavLst>
                                    </p:anim>
                                    <p:anim calcmode="lin" valueType="num">
                                      <p:cBhvr>
                                        <p:cTn id="16" dur="1000" fill="hold"/>
                                        <p:tgtEl>
                                          <p:spTgt spid="111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17"/>
                                        </p:tgtEl>
                                        <p:attrNameLst>
                                          <p:attrName>style.visibility</p:attrName>
                                        </p:attrNameLst>
                                      </p:cBhvr>
                                      <p:to>
                                        <p:strVal val="visible"/>
                                      </p:to>
                                    </p:set>
                                    <p:animEffect transition="in" filter="fade">
                                      <p:cBhvr>
                                        <p:cTn id="21" dur="1000"/>
                                        <p:tgtEl>
                                          <p:spTgt spid="1117"/>
                                        </p:tgtEl>
                                      </p:cBhvr>
                                    </p:animEffect>
                                    <p:anim calcmode="lin" valueType="num">
                                      <p:cBhvr>
                                        <p:cTn id="22" dur="1000" fill="hold"/>
                                        <p:tgtEl>
                                          <p:spTgt spid="1117"/>
                                        </p:tgtEl>
                                        <p:attrNameLst>
                                          <p:attrName>ppt_x</p:attrName>
                                        </p:attrNameLst>
                                      </p:cBhvr>
                                      <p:tavLst>
                                        <p:tav tm="0">
                                          <p:val>
                                            <p:strVal val="#ppt_x"/>
                                          </p:val>
                                        </p:tav>
                                        <p:tav tm="100000">
                                          <p:val>
                                            <p:strVal val="#ppt_x"/>
                                          </p:val>
                                        </p:tav>
                                      </p:tavLst>
                                    </p:anim>
                                    <p:anim calcmode="lin" valueType="num">
                                      <p:cBhvr>
                                        <p:cTn id="23" dur="1000" fill="hold"/>
                                        <p:tgtEl>
                                          <p:spTgt spid="11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5" grpId="0"/>
      <p:bldP spid="1116" grpId="0"/>
      <p:bldP spid="11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 name="PlaceHolder 1"/>
          <p:cNvSpPr>
            <a:spLocks noGrp="1"/>
          </p:cNvSpPr>
          <p:nvPr>
            <p:ph type="title"/>
          </p:nvPr>
        </p:nvSpPr>
        <p:spPr>
          <a:xfrm>
            <a:off x="720000" y="1025640"/>
            <a:ext cx="1702080" cy="99324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6200" b="1" strike="noStrike" spc="-1">
                <a:solidFill>
                  <a:schemeClr val="dk2"/>
                </a:solidFill>
                <a:latin typeface="Poppins"/>
                <a:ea typeface="Poppins"/>
              </a:rPr>
              <a:t>03</a:t>
            </a:r>
            <a:endParaRPr lang="fr-FR" sz="6200" b="0" strike="noStrike" spc="-1">
              <a:solidFill>
                <a:srgbClr val="000000"/>
              </a:solidFill>
              <a:latin typeface="Arial"/>
            </a:endParaRPr>
          </a:p>
        </p:txBody>
      </p:sp>
      <p:sp>
        <p:nvSpPr>
          <p:cNvPr id="1120" name="PlaceHolder 2"/>
          <p:cNvSpPr>
            <a:spLocks noGrp="1"/>
          </p:cNvSpPr>
          <p:nvPr>
            <p:ph type="subTitle"/>
          </p:nvPr>
        </p:nvSpPr>
        <p:spPr>
          <a:xfrm>
            <a:off x="517627" y="2910060"/>
            <a:ext cx="5008013" cy="457560"/>
          </a:xfrm>
          <a:prstGeom prst="rect">
            <a:avLst/>
          </a:prstGeom>
          <a:noFill/>
          <a:ln w="0">
            <a:noFill/>
          </a:ln>
        </p:spPr>
        <p:txBody>
          <a:bodyPr lIns="91440" tIns="91440" rIns="91440" bIns="91440" anchor="t">
            <a:noAutofit/>
          </a:bodyPr>
          <a:lstStyle/>
          <a:p>
            <a:pPr indent="0">
              <a:lnSpc>
                <a:spcPct val="100000"/>
              </a:lnSpc>
              <a:buNone/>
              <a:tabLst>
                <a:tab pos="0" algn="l"/>
              </a:tabLst>
            </a:pPr>
            <a:r>
              <a:rPr lang="fr-FR" sz="1400" b="0" strike="noStrike" spc="-1" dirty="0">
                <a:solidFill>
                  <a:schemeClr val="dk1"/>
                </a:solidFill>
                <a:latin typeface="Poppins"/>
                <a:ea typeface="Times New Roman"/>
              </a:rPr>
              <a:t>Sécurité, architecture et respect des droits : un tout</a:t>
            </a:r>
            <a:endParaRPr lang="fr-FR" sz="1400" b="0" strike="noStrike" spc="-1" dirty="0">
              <a:solidFill>
                <a:srgbClr val="000000"/>
              </a:solidFill>
              <a:latin typeface="Arial"/>
            </a:endParaRPr>
          </a:p>
          <a:p>
            <a:pPr indent="0">
              <a:lnSpc>
                <a:spcPct val="100000"/>
              </a:lnSpc>
              <a:buNone/>
              <a:tabLst>
                <a:tab pos="0" algn="l"/>
              </a:tabLst>
            </a:pPr>
            <a:endParaRPr lang="fr-FR" sz="1400" b="0" strike="noStrike" spc="-1" dirty="0">
              <a:solidFill>
                <a:srgbClr val="000000"/>
              </a:solidFill>
              <a:latin typeface="Arial"/>
            </a:endParaRPr>
          </a:p>
        </p:txBody>
      </p:sp>
      <p:grpSp>
        <p:nvGrpSpPr>
          <p:cNvPr id="1121" name="Google Shape;1776;p8"/>
          <p:cNvGrpSpPr/>
          <p:nvPr/>
        </p:nvGrpSpPr>
        <p:grpSpPr>
          <a:xfrm>
            <a:off x="-368640" y="3354480"/>
            <a:ext cx="3921840" cy="2969640"/>
            <a:chOff x="-368640" y="3354480"/>
            <a:chExt cx="3921840" cy="2969640"/>
          </a:xfrm>
        </p:grpSpPr>
        <p:pic>
          <p:nvPicPr>
            <p:cNvPr id="1122" name="Google Shape;1777;p8"/>
            <p:cNvPicPr/>
            <p:nvPr/>
          </p:nvPicPr>
          <p:blipFill>
            <a:blip r:embed="rId2"/>
            <a:srcRect l="16959" t="24713" r="7122" b="26173"/>
            <a:stretch/>
          </p:blipFill>
          <p:spPr>
            <a:xfrm>
              <a:off x="-368640" y="3354480"/>
              <a:ext cx="3890880" cy="2969640"/>
            </a:xfrm>
            <a:prstGeom prst="rect">
              <a:avLst/>
            </a:prstGeom>
            <a:ln w="0">
              <a:noFill/>
            </a:ln>
          </p:spPr>
        </p:pic>
        <p:grpSp>
          <p:nvGrpSpPr>
            <p:cNvPr id="1123" name="Google Shape;1778;p8"/>
            <p:cNvGrpSpPr/>
            <p:nvPr/>
          </p:nvGrpSpPr>
          <p:grpSpPr>
            <a:xfrm>
              <a:off x="1859400" y="4445640"/>
              <a:ext cx="1693800" cy="1359720"/>
              <a:chOff x="1859400" y="4445640"/>
              <a:chExt cx="1693800" cy="1359720"/>
            </a:xfrm>
          </p:grpSpPr>
          <p:sp>
            <p:nvSpPr>
              <p:cNvPr id="1124" name="Google Shape;1779;p8"/>
              <p:cNvSpPr/>
              <p:nvPr/>
            </p:nvSpPr>
            <p:spPr>
              <a:xfrm>
                <a:off x="2292840" y="4713840"/>
                <a:ext cx="1260360" cy="1091520"/>
              </a:xfrm>
              <a:custGeom>
                <a:avLst/>
                <a:gdLst>
                  <a:gd name="textAreaLeft" fmla="*/ 0 w 1260360"/>
                  <a:gd name="textAreaRight" fmla="*/ 1260720 w 1260360"/>
                  <a:gd name="textAreaTop" fmla="*/ 0 h 1091520"/>
                  <a:gd name="textAreaBottom" fmla="*/ 1091880 h 10915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25" name="Google Shape;1780;p8"/>
              <p:cNvSpPr/>
              <p:nvPr/>
            </p:nvSpPr>
            <p:spPr>
              <a:xfrm>
                <a:off x="2269800" y="444564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26" name="Google Shape;1781;p8"/>
              <p:cNvSpPr/>
              <p:nvPr/>
            </p:nvSpPr>
            <p:spPr>
              <a:xfrm>
                <a:off x="1859400" y="471384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1127" name="PlaceHolder 3"/>
          <p:cNvSpPr>
            <a:spLocks noGrp="1"/>
          </p:cNvSpPr>
          <p:nvPr>
            <p:ph type="title"/>
          </p:nvPr>
        </p:nvSpPr>
        <p:spPr>
          <a:xfrm>
            <a:off x="693000" y="1998000"/>
            <a:ext cx="5597640" cy="671760"/>
          </a:xfrm>
          <a:prstGeom prst="rect">
            <a:avLst/>
          </a:prstGeom>
          <a:noFill/>
          <a:ln w="0">
            <a:noFill/>
          </a:ln>
        </p:spPr>
        <p:txBody>
          <a:bodyPr lIns="91440" tIns="91440" rIns="91440" bIns="91440" anchor="ctr">
            <a:noAutofit/>
          </a:bodyPr>
          <a:lstStyle/>
          <a:p>
            <a:pPr indent="0">
              <a:lnSpc>
                <a:spcPct val="100000"/>
              </a:lnSpc>
              <a:buNone/>
              <a:tabLst>
                <a:tab pos="0" algn="l"/>
              </a:tabLst>
            </a:pPr>
            <a:r>
              <a:rPr lang="fr-FR" sz="5000" b="1" strike="noStrike" spc="-1" dirty="0">
                <a:solidFill>
                  <a:schemeClr val="dk2"/>
                </a:solidFill>
                <a:latin typeface="Poppins"/>
                <a:ea typeface="IBM Plex Mono"/>
              </a:rPr>
              <a:t>Mécanisme</a:t>
            </a:r>
            <a:endParaRPr lang="fr-FR" sz="5000" b="0" strike="noStrike" spc="-1" dirty="0">
              <a:solidFill>
                <a:srgbClr val="000000"/>
              </a:solidFill>
              <a:latin typeface="Arial"/>
            </a:endParaRPr>
          </a:p>
        </p:txBody>
      </p:sp>
      <p:grpSp>
        <p:nvGrpSpPr>
          <p:cNvPr id="1128" name="Google Shape;1783;p8"/>
          <p:cNvGrpSpPr/>
          <p:nvPr/>
        </p:nvGrpSpPr>
        <p:grpSpPr>
          <a:xfrm>
            <a:off x="6487560" y="-1301040"/>
            <a:ext cx="4267800" cy="6665400"/>
            <a:chOff x="6487560" y="-1301040"/>
            <a:chExt cx="4267800" cy="6665400"/>
          </a:xfrm>
        </p:grpSpPr>
        <p:sp>
          <p:nvSpPr>
            <p:cNvPr id="1129" name="Google Shape;1784;p8"/>
            <p:cNvSpPr/>
            <p:nvPr/>
          </p:nvSpPr>
          <p:spPr>
            <a:xfrm>
              <a:off x="6727680" y="10332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30" name="Google Shape;1785;p8"/>
            <p:cNvSpPr/>
            <p:nvPr/>
          </p:nvSpPr>
          <p:spPr>
            <a:xfrm>
              <a:off x="7070400" y="8136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31" name="Google Shape;1786;p8"/>
            <p:cNvSpPr/>
            <p:nvPr/>
          </p:nvSpPr>
          <p:spPr>
            <a:xfrm>
              <a:off x="7602480" y="24552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32" name="Google Shape;1787;p8"/>
            <p:cNvSpPr/>
            <p:nvPr/>
          </p:nvSpPr>
          <p:spPr>
            <a:xfrm>
              <a:off x="7235280" y="62244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33" name="Google Shape;1788;p8"/>
            <p:cNvSpPr/>
            <p:nvPr/>
          </p:nvSpPr>
          <p:spPr>
            <a:xfrm>
              <a:off x="6933240" y="62136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pic>
          <p:nvPicPr>
            <p:cNvPr id="1134" name="Google Shape;1789;p8"/>
            <p:cNvPicPr/>
            <p:nvPr/>
          </p:nvPicPr>
          <p:blipFill>
            <a:blip r:embed="rId2"/>
            <a:srcRect l="16959" t="24713" r="7122" b="26173"/>
            <a:stretch/>
          </p:blipFill>
          <p:spPr>
            <a:xfrm>
              <a:off x="6487560" y="-1301040"/>
              <a:ext cx="4198320" cy="3204000"/>
            </a:xfrm>
            <a:prstGeom prst="rect">
              <a:avLst/>
            </a:prstGeom>
            <a:ln w="0">
              <a:noFill/>
            </a:ln>
          </p:spPr>
        </p:pic>
        <p:grpSp>
          <p:nvGrpSpPr>
            <p:cNvPr id="1135" name="Google Shape;1790;p8"/>
            <p:cNvGrpSpPr/>
            <p:nvPr/>
          </p:nvGrpSpPr>
          <p:grpSpPr>
            <a:xfrm>
              <a:off x="8232840" y="4254480"/>
              <a:ext cx="708120" cy="707760"/>
              <a:chOff x="8232840" y="4254480"/>
              <a:chExt cx="708120" cy="707760"/>
            </a:xfrm>
          </p:grpSpPr>
          <p:sp>
            <p:nvSpPr>
              <p:cNvPr id="1136" name="Google Shape;1791;p8"/>
              <p:cNvSpPr/>
              <p:nvPr/>
            </p:nvSpPr>
            <p:spPr>
              <a:xfrm rot="5400000">
                <a:off x="8691480" y="425448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37" name="Google Shape;1792;p8"/>
              <p:cNvSpPr/>
              <p:nvPr/>
            </p:nvSpPr>
            <p:spPr>
              <a:xfrm rot="5400000">
                <a:off x="8615160" y="433080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38" name="Google Shape;1793;p8"/>
              <p:cNvSpPr/>
              <p:nvPr/>
            </p:nvSpPr>
            <p:spPr>
              <a:xfrm rot="5400000">
                <a:off x="8538840" y="4407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39" name="Google Shape;1794;p8"/>
              <p:cNvSpPr/>
              <p:nvPr/>
            </p:nvSpPr>
            <p:spPr>
              <a:xfrm rot="5400000">
                <a:off x="8462160" y="4483440"/>
                <a:ext cx="249480" cy="249120"/>
              </a:xfrm>
              <a:custGeom>
                <a:avLst/>
                <a:gdLst>
                  <a:gd name="textAreaLeft" fmla="*/ 0 w 249480"/>
                  <a:gd name="textAreaRight" fmla="*/ 249840 w 249480"/>
                  <a:gd name="textAreaTop" fmla="*/ 0 h 249120"/>
                  <a:gd name="textAreaBottom" fmla="*/ 249480 h 249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40" name="Google Shape;1795;p8"/>
              <p:cNvSpPr/>
              <p:nvPr/>
            </p:nvSpPr>
            <p:spPr>
              <a:xfrm rot="5400000">
                <a:off x="8385840" y="4560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41" name="Google Shape;1796;p8"/>
              <p:cNvSpPr/>
              <p:nvPr/>
            </p:nvSpPr>
            <p:spPr>
              <a:xfrm rot="5400000">
                <a:off x="8309520" y="4636800"/>
                <a:ext cx="249120" cy="249120"/>
              </a:xfrm>
              <a:custGeom>
                <a:avLst/>
                <a:gdLst>
                  <a:gd name="textAreaLeft" fmla="*/ 0 w 249120"/>
                  <a:gd name="textAreaRight" fmla="*/ 249480 w 249120"/>
                  <a:gd name="textAreaTop" fmla="*/ 0 h 249120"/>
                  <a:gd name="textAreaBottom" fmla="*/ 249480 h 249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42" name="Google Shape;1797;p8"/>
              <p:cNvSpPr/>
              <p:nvPr/>
            </p:nvSpPr>
            <p:spPr>
              <a:xfrm rot="5400000">
                <a:off x="8232840" y="471276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143" name="Google Shape;1798;p8"/>
            <p:cNvGrpSpPr/>
            <p:nvPr/>
          </p:nvGrpSpPr>
          <p:grpSpPr>
            <a:xfrm>
              <a:off x="8999280" y="3354480"/>
              <a:ext cx="457920" cy="457200"/>
              <a:chOff x="8999280" y="3354480"/>
              <a:chExt cx="457920" cy="457200"/>
            </a:xfrm>
          </p:grpSpPr>
          <p:sp>
            <p:nvSpPr>
              <p:cNvPr id="1144" name="Google Shape;1799;p8"/>
              <p:cNvSpPr/>
              <p:nvPr/>
            </p:nvSpPr>
            <p:spPr>
              <a:xfrm rot="5400000">
                <a:off x="9295920" y="335448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45" name="Google Shape;1800;p8"/>
              <p:cNvSpPr/>
              <p:nvPr/>
            </p:nvSpPr>
            <p:spPr>
              <a:xfrm rot="5400000">
                <a:off x="9246600" y="340344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46" name="Google Shape;1801;p8"/>
              <p:cNvSpPr/>
              <p:nvPr/>
            </p:nvSpPr>
            <p:spPr>
              <a:xfrm rot="5400000">
                <a:off x="9197280" y="345312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47" name="Google Shape;1802;p8"/>
              <p:cNvSpPr/>
              <p:nvPr/>
            </p:nvSpPr>
            <p:spPr>
              <a:xfrm rot="5400000">
                <a:off x="9147600" y="3502440"/>
                <a:ext cx="161280" cy="160920"/>
              </a:xfrm>
              <a:custGeom>
                <a:avLst/>
                <a:gdLst>
                  <a:gd name="textAreaLeft" fmla="*/ 0 w 161280"/>
                  <a:gd name="textAreaRight" fmla="*/ 161640 w 161280"/>
                  <a:gd name="textAreaTop" fmla="*/ 0 h 160920"/>
                  <a:gd name="textAreaBottom" fmla="*/ 161280 h 1609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48" name="Google Shape;1803;p8"/>
              <p:cNvSpPr/>
              <p:nvPr/>
            </p:nvSpPr>
            <p:spPr>
              <a:xfrm rot="5400000">
                <a:off x="9098280" y="355176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49" name="Google Shape;1804;p8"/>
              <p:cNvSpPr/>
              <p:nvPr/>
            </p:nvSpPr>
            <p:spPr>
              <a:xfrm rot="5400000">
                <a:off x="9048960" y="3601440"/>
                <a:ext cx="160920" cy="160920"/>
              </a:xfrm>
              <a:custGeom>
                <a:avLst/>
                <a:gdLst>
                  <a:gd name="textAreaLeft" fmla="*/ 0 w 160920"/>
                  <a:gd name="textAreaRight" fmla="*/ 161280 w 160920"/>
                  <a:gd name="textAreaTop" fmla="*/ 0 h 160920"/>
                  <a:gd name="textAreaBottom" fmla="*/ 161280 h 1609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50" name="Google Shape;1805;p8"/>
              <p:cNvSpPr/>
              <p:nvPr/>
            </p:nvSpPr>
            <p:spPr>
              <a:xfrm rot="5400000">
                <a:off x="8999280" y="365040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151" name="Google Shape;1806;p8"/>
            <p:cNvGrpSpPr/>
            <p:nvPr/>
          </p:nvGrpSpPr>
          <p:grpSpPr>
            <a:xfrm>
              <a:off x="8146800" y="539640"/>
              <a:ext cx="207720" cy="207720"/>
              <a:chOff x="8146800" y="539640"/>
              <a:chExt cx="207720" cy="207720"/>
            </a:xfrm>
          </p:grpSpPr>
          <p:sp>
            <p:nvSpPr>
              <p:cNvPr id="1152" name="Google Shape;1807;p8"/>
              <p:cNvSpPr/>
              <p:nvPr/>
            </p:nvSpPr>
            <p:spPr>
              <a:xfrm>
                <a:off x="8146800" y="53964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53" name="Google Shape;1808;p8"/>
              <p:cNvSpPr/>
              <p:nvPr/>
            </p:nvSpPr>
            <p:spPr>
              <a:xfrm>
                <a:off x="8175960" y="56880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154" name="Google Shape;1809;p8"/>
            <p:cNvGrpSpPr/>
            <p:nvPr/>
          </p:nvGrpSpPr>
          <p:grpSpPr>
            <a:xfrm>
              <a:off x="7554240" y="2467800"/>
              <a:ext cx="207720" cy="207720"/>
              <a:chOff x="7554240" y="2467800"/>
              <a:chExt cx="207720" cy="207720"/>
            </a:xfrm>
          </p:grpSpPr>
          <p:sp>
            <p:nvSpPr>
              <p:cNvPr id="1155" name="Google Shape;1810;p8"/>
              <p:cNvSpPr/>
              <p:nvPr/>
            </p:nvSpPr>
            <p:spPr>
              <a:xfrm>
                <a:off x="7554240" y="246780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156" name="Google Shape;1811;p8"/>
              <p:cNvSpPr/>
              <p:nvPr/>
            </p:nvSpPr>
            <p:spPr>
              <a:xfrm>
                <a:off x="7583760" y="249696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1157" name="Google Shape;1812;p8"/>
            <p:cNvSpPr/>
            <p:nvPr/>
          </p:nvSpPr>
          <p:spPr>
            <a:xfrm>
              <a:off x="7454520" y="4164120"/>
              <a:ext cx="147600" cy="14760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52200" bIns="5220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158" name="Google Shape;1813;p8"/>
          <p:cNvGrpSpPr/>
          <p:nvPr/>
        </p:nvGrpSpPr>
        <p:grpSpPr>
          <a:xfrm>
            <a:off x="835560" y="2737080"/>
            <a:ext cx="4558680" cy="133920"/>
            <a:chOff x="835560" y="2737080"/>
            <a:chExt cx="4558680" cy="133920"/>
          </a:xfrm>
        </p:grpSpPr>
        <p:sp>
          <p:nvSpPr>
            <p:cNvPr id="1159" name="Google Shape;1814;p8"/>
            <p:cNvSpPr/>
            <p:nvPr/>
          </p:nvSpPr>
          <p:spPr>
            <a:xfrm>
              <a:off x="5260320" y="273708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1160" name="Google Shape;1815;p8"/>
            <p:cNvCxnSpPr/>
            <p:nvPr/>
          </p:nvCxnSpPr>
          <p:spPr>
            <a:xfrm>
              <a:off x="835560" y="2804040"/>
              <a:ext cx="4462920" cy="360"/>
            </a:xfrm>
            <a:prstGeom prst="straightConnector1">
              <a:avLst/>
            </a:prstGeom>
            <a:ln w="9525">
              <a:solidFill>
                <a:srgbClr val="0C0A9E"/>
              </a:solidFill>
              <a:round/>
            </a:ln>
          </p:spPr>
        </p:cxnSp>
        <p:sp>
          <p:nvSpPr>
            <p:cNvPr id="1161" name="Google Shape;1816;p8"/>
            <p:cNvSpPr/>
            <p:nvPr/>
          </p:nvSpPr>
          <p:spPr>
            <a:xfrm>
              <a:off x="5290560" y="27673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119"/>
                                        </p:tgtEl>
                                        <p:attrNameLst>
                                          <p:attrName>style.visibility</p:attrName>
                                        </p:attrNameLst>
                                      </p:cBhvr>
                                      <p:to>
                                        <p:strVal val="visible"/>
                                      </p:to>
                                    </p:set>
                                    <p:animEffect transition="in" filter="randombar(vertical)">
                                      <p:cBhvr>
                                        <p:cTn id="7" dur="500"/>
                                        <p:tgtEl>
                                          <p:spTgt spid="1119"/>
                                        </p:tgtEl>
                                      </p:cBhvr>
                                    </p:animEffect>
                                  </p:childTnLst>
                                </p:cTn>
                              </p:par>
                              <p:par>
                                <p:cTn id="8" presetID="14" presetClass="entr" presetSubtype="5" fill="hold" grpId="0" nodeType="withEffect">
                                  <p:stCondLst>
                                    <p:cond delay="0"/>
                                  </p:stCondLst>
                                  <p:childTnLst>
                                    <p:set>
                                      <p:cBhvr>
                                        <p:cTn id="9" dur="1" fill="hold">
                                          <p:stCondLst>
                                            <p:cond delay="0"/>
                                          </p:stCondLst>
                                        </p:cTn>
                                        <p:tgtEl>
                                          <p:spTgt spid="1127"/>
                                        </p:tgtEl>
                                        <p:attrNameLst>
                                          <p:attrName>style.visibility</p:attrName>
                                        </p:attrNameLst>
                                      </p:cBhvr>
                                      <p:to>
                                        <p:strVal val="visible"/>
                                      </p:to>
                                    </p:set>
                                    <p:animEffect transition="in" filter="randombar(vertical)">
                                      <p:cBhvr>
                                        <p:cTn id="10" dur="500"/>
                                        <p:tgtEl>
                                          <p:spTgt spid="1127"/>
                                        </p:tgtEl>
                                      </p:cBhvr>
                                    </p:animEffect>
                                  </p:childTnLst>
                                </p:cTn>
                              </p:par>
                              <p:par>
                                <p:cTn id="11" presetID="14" presetClass="entr" presetSubtype="5" fill="hold" grpId="0" nodeType="withEffect">
                                  <p:stCondLst>
                                    <p:cond delay="0"/>
                                  </p:stCondLst>
                                  <p:childTnLst>
                                    <p:set>
                                      <p:cBhvr>
                                        <p:cTn id="12" dur="1" fill="hold">
                                          <p:stCondLst>
                                            <p:cond delay="0"/>
                                          </p:stCondLst>
                                        </p:cTn>
                                        <p:tgtEl>
                                          <p:spTgt spid="1120">
                                            <p:txEl>
                                              <p:pRg st="0" end="0"/>
                                            </p:txEl>
                                          </p:spTgt>
                                        </p:tgtEl>
                                        <p:attrNameLst>
                                          <p:attrName>style.visibility</p:attrName>
                                        </p:attrNameLst>
                                      </p:cBhvr>
                                      <p:to>
                                        <p:strVal val="visible"/>
                                      </p:to>
                                    </p:set>
                                    <p:animEffect transition="in" filter="randombar(vertical)">
                                      <p:cBhvr>
                                        <p:cTn id="13" dur="500"/>
                                        <p:tgtEl>
                                          <p:spTgt spid="11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9" grpId="0"/>
      <p:bldP spid="1120" grpId="0" build="p"/>
      <p:bldP spid="11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2" name="PlaceHolder 1"/>
          <p:cNvSpPr>
            <a:spLocks noGrp="1"/>
          </p:cNvSpPr>
          <p:nvPr>
            <p:ph type="subTitle"/>
          </p:nvPr>
        </p:nvSpPr>
        <p:spPr>
          <a:xfrm>
            <a:off x="548280" y="1109880"/>
            <a:ext cx="7710480" cy="3455280"/>
          </a:xfrm>
          <a:prstGeom prst="rect">
            <a:avLst/>
          </a:prstGeom>
          <a:noFill/>
          <a:ln w="0">
            <a:noFill/>
          </a:ln>
        </p:spPr>
        <p:txBody>
          <a:bodyPr lIns="91440" tIns="91440" rIns="91440" bIns="91440" anchor="t">
            <a:noAutofit/>
          </a:bodyPr>
          <a:lstStyle/>
          <a:p>
            <a:pPr marL="0" indent="0">
              <a:lnSpc>
                <a:spcPct val="150000"/>
              </a:lnSpc>
              <a:buNone/>
              <a:tabLst>
                <a:tab pos="0" algn="l"/>
              </a:tabLst>
            </a:pPr>
            <a:r>
              <a:rPr lang="en" sz="1400" b="0" strike="noStrike" spc="-1" dirty="0">
                <a:solidFill>
                  <a:schemeClr val="dk1"/>
                </a:solidFill>
                <a:latin typeface="Poppins"/>
                <a:ea typeface="Poppins"/>
              </a:rPr>
              <a:t>Le concept de la carte CHIFA Génération 3 est né à la suite de discussions concernant les fraudes liées aux remboursements des soins de santé en Algérie. Cette nouvelle carte doit intégrer plusieurs fonctionnalités avancées pour renforcer la sécurité et la transparence :</a:t>
            </a:r>
            <a:endParaRPr lang="fr-FR" sz="1400" b="0" strike="noStrike" spc="-1" dirty="0">
              <a:solidFill>
                <a:srgbClr val="000000"/>
              </a:solidFill>
              <a:latin typeface="Arial"/>
            </a:endParaRPr>
          </a:p>
          <a:p>
            <a:pPr marL="457200" indent="-317520">
              <a:lnSpc>
                <a:spcPct val="115000"/>
              </a:lnSpc>
              <a:buClr>
                <a:srgbClr val="1D1D1D"/>
              </a:buClr>
              <a:buFont typeface="Poppins"/>
              <a:buChar char="●"/>
              <a:tabLst>
                <a:tab pos="0" algn="l"/>
              </a:tabLst>
            </a:pPr>
            <a:r>
              <a:rPr lang="en" sz="1400" b="0" strike="noStrike" spc="-1" dirty="0">
                <a:solidFill>
                  <a:schemeClr val="dk1"/>
                </a:solidFill>
                <a:latin typeface="Poppins"/>
                <a:ea typeface="Poppins"/>
              </a:rPr>
              <a:t>Un historique médical complet du patient</a:t>
            </a:r>
            <a:endParaRPr lang="fr-FR" sz="1400" b="0" strike="noStrike" spc="-1" dirty="0">
              <a:solidFill>
                <a:srgbClr val="000000"/>
              </a:solidFill>
              <a:latin typeface="Arial"/>
            </a:endParaRPr>
          </a:p>
          <a:p>
            <a:pPr marL="457200" indent="-317520">
              <a:lnSpc>
                <a:spcPct val="115000"/>
              </a:lnSpc>
              <a:buClr>
                <a:srgbClr val="1D1D1D"/>
              </a:buClr>
              <a:buFont typeface="Poppins"/>
              <a:buChar char="●"/>
              <a:tabLst>
                <a:tab pos="0" algn="l"/>
              </a:tabLst>
            </a:pPr>
            <a:r>
              <a:rPr lang="en" sz="1400" b="0" strike="noStrike" spc="-1" dirty="0">
                <a:solidFill>
                  <a:schemeClr val="dk1"/>
                </a:solidFill>
                <a:latin typeface="Poppins"/>
                <a:ea typeface="Poppins"/>
              </a:rPr>
              <a:t>Une reconnaissance biométrique (empreinte digitale)</a:t>
            </a:r>
            <a:endParaRPr lang="fr-FR" sz="1400" b="0" strike="noStrike" spc="-1" dirty="0">
              <a:solidFill>
                <a:srgbClr val="000000"/>
              </a:solidFill>
              <a:latin typeface="Arial"/>
            </a:endParaRPr>
          </a:p>
          <a:p>
            <a:pPr marL="457200" indent="-317520">
              <a:lnSpc>
                <a:spcPct val="115000"/>
              </a:lnSpc>
              <a:buClr>
                <a:srgbClr val="1D1D1D"/>
              </a:buClr>
              <a:buFont typeface="Poppins"/>
              <a:buChar char="●"/>
              <a:tabLst>
                <a:tab pos="0" algn="l"/>
              </a:tabLst>
            </a:pPr>
            <a:r>
              <a:rPr lang="en" sz="1400" b="0" strike="noStrike" spc="-1" dirty="0">
                <a:solidFill>
                  <a:schemeClr val="dk1"/>
                </a:solidFill>
                <a:latin typeface="Poppins"/>
                <a:ea typeface="Poppins"/>
              </a:rPr>
              <a:t>Le NIN (Numéro d’Identification National) et le numéro de sécurité sociale</a:t>
            </a:r>
            <a:endParaRPr lang="fr-FR" sz="1400" b="0" strike="noStrike" spc="-1" dirty="0">
              <a:solidFill>
                <a:srgbClr val="000000"/>
              </a:solidFill>
              <a:latin typeface="Arial"/>
            </a:endParaRPr>
          </a:p>
          <a:p>
            <a:pPr>
              <a:lnSpc>
                <a:spcPct val="115000"/>
              </a:lnSpc>
              <a:tabLst>
                <a:tab pos="0" algn="l"/>
              </a:tabLst>
            </a:pPr>
            <a:endParaRPr lang="fr-FR" sz="1400" b="0" strike="noStrike" spc="-1" dirty="0">
              <a:solidFill>
                <a:srgbClr val="000000"/>
              </a:solidFill>
              <a:latin typeface="Arial"/>
            </a:endParaRPr>
          </a:p>
        </p:txBody>
      </p:sp>
      <p:sp>
        <p:nvSpPr>
          <p:cNvPr id="1163" name="PlaceHolder 2"/>
          <p:cNvSpPr>
            <a:spLocks noGrp="1"/>
          </p:cNvSpPr>
          <p:nvPr>
            <p:ph type="title"/>
          </p:nvPr>
        </p:nvSpPr>
        <p:spPr>
          <a:xfrm>
            <a:off x="548280" y="444960"/>
            <a:ext cx="2814120" cy="572400"/>
          </a:xfrm>
          <a:prstGeom prst="rect">
            <a:avLst/>
          </a:prstGeom>
          <a:noFill/>
          <a:ln w="0">
            <a:noFill/>
          </a:ln>
        </p:spPr>
        <p:txBody>
          <a:bodyPr lIns="91440" tIns="91440" rIns="91440" bIns="91440" anchor="t">
            <a:noAutofit/>
          </a:bodyPr>
          <a:lstStyle/>
          <a:p>
            <a:pPr indent="0">
              <a:lnSpc>
                <a:spcPct val="150000"/>
              </a:lnSpc>
              <a:buNone/>
              <a:tabLst>
                <a:tab pos="0" algn="l"/>
              </a:tabLst>
            </a:pPr>
            <a:r>
              <a:rPr lang="en" sz="2600" b="1" strike="noStrike" spc="-1" dirty="0">
                <a:solidFill>
                  <a:schemeClr val="dk2"/>
                </a:solidFill>
                <a:latin typeface="Poppins" panose="00000500000000000000" pitchFamily="2" charset="0"/>
                <a:ea typeface="IBM Plex Mono"/>
                <a:cs typeface="Poppins" panose="00000500000000000000" pitchFamily="2" charset="0"/>
              </a:rPr>
              <a:t>           CHIFA 3.0</a:t>
            </a:r>
            <a:endParaRPr lang="fr-FR" sz="2600" b="0" strike="noStrike" spc="-1" dirty="0">
              <a:solidFill>
                <a:srgbClr val="000000"/>
              </a:solidFill>
              <a:latin typeface="Poppins" panose="00000500000000000000" pitchFamily="2" charset="0"/>
              <a:cs typeface="Poppins" panose="000005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63"/>
                                        </p:tgtEl>
                                        <p:attrNameLst>
                                          <p:attrName>style.visibility</p:attrName>
                                        </p:attrNameLst>
                                      </p:cBhvr>
                                      <p:to>
                                        <p:strVal val="visible"/>
                                      </p:to>
                                    </p:set>
                                    <p:animEffect transition="in" filter="fade">
                                      <p:cBhvr>
                                        <p:cTn id="7" dur="1000"/>
                                        <p:tgtEl>
                                          <p:spTgt spid="1163"/>
                                        </p:tgtEl>
                                      </p:cBhvr>
                                    </p:animEffect>
                                    <p:anim calcmode="lin" valueType="num">
                                      <p:cBhvr>
                                        <p:cTn id="8" dur="1000" fill="hold"/>
                                        <p:tgtEl>
                                          <p:spTgt spid="1163"/>
                                        </p:tgtEl>
                                        <p:attrNameLst>
                                          <p:attrName>ppt_x</p:attrName>
                                        </p:attrNameLst>
                                      </p:cBhvr>
                                      <p:tavLst>
                                        <p:tav tm="0">
                                          <p:val>
                                            <p:strVal val="#ppt_x"/>
                                          </p:val>
                                        </p:tav>
                                        <p:tav tm="100000">
                                          <p:val>
                                            <p:strVal val="#ppt_x"/>
                                          </p:val>
                                        </p:tav>
                                      </p:tavLst>
                                    </p:anim>
                                    <p:anim calcmode="lin" valueType="num">
                                      <p:cBhvr>
                                        <p:cTn id="9" dur="1000" fill="hold"/>
                                        <p:tgtEl>
                                          <p:spTgt spid="116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62">
                                            <p:txEl>
                                              <p:pRg st="0" end="0"/>
                                            </p:txEl>
                                          </p:spTgt>
                                        </p:tgtEl>
                                        <p:attrNameLst>
                                          <p:attrName>style.visibility</p:attrName>
                                        </p:attrNameLst>
                                      </p:cBhvr>
                                      <p:to>
                                        <p:strVal val="visible"/>
                                      </p:to>
                                    </p:set>
                                    <p:animEffect transition="in" filter="fade">
                                      <p:cBhvr>
                                        <p:cTn id="12" dur="1000"/>
                                        <p:tgtEl>
                                          <p:spTgt spid="1162">
                                            <p:txEl>
                                              <p:pRg st="0" end="0"/>
                                            </p:txEl>
                                          </p:spTgt>
                                        </p:tgtEl>
                                      </p:cBhvr>
                                    </p:animEffect>
                                    <p:anim calcmode="lin" valueType="num">
                                      <p:cBhvr>
                                        <p:cTn id="13" dur="1000" fill="hold"/>
                                        <p:tgtEl>
                                          <p:spTgt spid="1162">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16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62">
                                            <p:txEl>
                                              <p:pRg st="1" end="1"/>
                                            </p:txEl>
                                          </p:spTgt>
                                        </p:tgtEl>
                                        <p:attrNameLst>
                                          <p:attrName>style.visibility</p:attrName>
                                        </p:attrNameLst>
                                      </p:cBhvr>
                                      <p:to>
                                        <p:strVal val="visible"/>
                                      </p:to>
                                    </p:set>
                                    <p:animEffect transition="in" filter="fade">
                                      <p:cBhvr>
                                        <p:cTn id="19" dur="1000"/>
                                        <p:tgtEl>
                                          <p:spTgt spid="1162">
                                            <p:txEl>
                                              <p:pRg st="1" end="1"/>
                                            </p:txEl>
                                          </p:spTgt>
                                        </p:tgtEl>
                                      </p:cBhvr>
                                    </p:animEffect>
                                    <p:anim calcmode="lin" valueType="num">
                                      <p:cBhvr>
                                        <p:cTn id="20" dur="1000" fill="hold"/>
                                        <p:tgtEl>
                                          <p:spTgt spid="116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16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162">
                                            <p:txEl>
                                              <p:pRg st="2" end="2"/>
                                            </p:txEl>
                                          </p:spTgt>
                                        </p:tgtEl>
                                        <p:attrNameLst>
                                          <p:attrName>style.visibility</p:attrName>
                                        </p:attrNameLst>
                                      </p:cBhvr>
                                      <p:to>
                                        <p:strVal val="visible"/>
                                      </p:to>
                                    </p:set>
                                    <p:animEffect transition="in" filter="fade">
                                      <p:cBhvr>
                                        <p:cTn id="26" dur="1000"/>
                                        <p:tgtEl>
                                          <p:spTgt spid="1162">
                                            <p:txEl>
                                              <p:pRg st="2" end="2"/>
                                            </p:txEl>
                                          </p:spTgt>
                                        </p:tgtEl>
                                      </p:cBhvr>
                                    </p:animEffect>
                                    <p:anim calcmode="lin" valueType="num">
                                      <p:cBhvr>
                                        <p:cTn id="27" dur="1000" fill="hold"/>
                                        <p:tgtEl>
                                          <p:spTgt spid="1162">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116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162">
                                            <p:txEl>
                                              <p:pRg st="3" end="3"/>
                                            </p:txEl>
                                          </p:spTgt>
                                        </p:tgtEl>
                                        <p:attrNameLst>
                                          <p:attrName>style.visibility</p:attrName>
                                        </p:attrNameLst>
                                      </p:cBhvr>
                                      <p:to>
                                        <p:strVal val="visible"/>
                                      </p:to>
                                    </p:set>
                                    <p:animEffect transition="in" filter="fade">
                                      <p:cBhvr>
                                        <p:cTn id="33" dur="1000"/>
                                        <p:tgtEl>
                                          <p:spTgt spid="1162">
                                            <p:txEl>
                                              <p:pRg st="3" end="3"/>
                                            </p:txEl>
                                          </p:spTgt>
                                        </p:tgtEl>
                                      </p:cBhvr>
                                    </p:animEffect>
                                    <p:anim calcmode="lin" valueType="num">
                                      <p:cBhvr>
                                        <p:cTn id="34" dur="1000" fill="hold"/>
                                        <p:tgtEl>
                                          <p:spTgt spid="1162">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116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2" grpId="0" build="p"/>
      <p:bldP spid="116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4" name="PlaceHolder 1"/>
          <p:cNvSpPr>
            <a:spLocks noGrp="1"/>
          </p:cNvSpPr>
          <p:nvPr>
            <p:ph type="subTitle"/>
          </p:nvPr>
        </p:nvSpPr>
        <p:spPr>
          <a:xfrm>
            <a:off x="713160" y="1160640"/>
            <a:ext cx="7710480" cy="3455280"/>
          </a:xfrm>
          <a:prstGeom prst="rect">
            <a:avLst/>
          </a:prstGeom>
          <a:noFill/>
          <a:ln w="0">
            <a:noFill/>
          </a:ln>
        </p:spPr>
        <p:txBody>
          <a:bodyPr lIns="91440" tIns="91440" rIns="91440" bIns="91440" anchor="t">
            <a:noAutofit/>
          </a:bodyPr>
          <a:lstStyle/>
          <a:p>
            <a:pPr>
              <a:lnSpc>
                <a:spcPct val="115000"/>
              </a:lnSpc>
              <a:tabLst>
                <a:tab pos="0" algn="l"/>
              </a:tabLst>
            </a:pPr>
            <a:r>
              <a:rPr lang="en" sz="1400" b="0" strike="noStrike" spc="-1" dirty="0">
                <a:solidFill>
                  <a:schemeClr val="dk1"/>
                </a:solidFill>
                <a:latin typeface="Poppins"/>
                <a:ea typeface="Poppins"/>
              </a:rPr>
              <a:t>La carte CHIFA Gen 3 se connecte à un système sécurisé d’échange de données inspiré du modèle X-Road, adapté au contexte algérien.</a:t>
            </a:r>
            <a:endParaRPr lang="fr-FR" sz="1400" b="0" strike="noStrike" spc="-1" dirty="0">
              <a:solidFill>
                <a:srgbClr val="000000"/>
              </a:solidFill>
              <a:latin typeface="Arial"/>
            </a:endParaRPr>
          </a:p>
          <a:p>
            <a:pPr>
              <a:lnSpc>
                <a:spcPct val="115000"/>
              </a:lnSpc>
              <a:tabLst>
                <a:tab pos="0" algn="l"/>
              </a:tabLst>
            </a:pPr>
            <a:endParaRPr lang="fr-FR" sz="1400" b="0" strike="noStrike" spc="-1" dirty="0">
              <a:solidFill>
                <a:srgbClr val="000000"/>
              </a:solidFill>
              <a:latin typeface="Arial"/>
            </a:endParaRPr>
          </a:p>
          <a:p>
            <a:pPr>
              <a:lnSpc>
                <a:spcPct val="115000"/>
              </a:lnSpc>
              <a:tabLst>
                <a:tab pos="0" algn="l"/>
              </a:tabLst>
            </a:pPr>
            <a:r>
              <a:rPr lang="en" sz="1400" b="0" strike="noStrike" spc="-1" dirty="0">
                <a:solidFill>
                  <a:schemeClr val="lt2"/>
                </a:solidFill>
                <a:latin typeface="Poppins"/>
                <a:ea typeface="Poppins"/>
              </a:rPr>
              <a:t>X-Road (version algérienne) :</a:t>
            </a:r>
            <a:endParaRPr lang="fr-FR" sz="1400" b="0" strike="noStrike" spc="-1" dirty="0">
              <a:solidFill>
                <a:srgbClr val="000000"/>
              </a:solidFill>
              <a:latin typeface="Arial"/>
            </a:endParaRPr>
          </a:p>
          <a:p>
            <a:pPr>
              <a:lnSpc>
                <a:spcPct val="115000"/>
              </a:lnSpc>
              <a:tabLst>
                <a:tab pos="0" algn="l"/>
              </a:tabLst>
            </a:pPr>
            <a:r>
              <a:rPr lang="en" sz="1400" b="0" strike="noStrike" spc="-1" dirty="0">
                <a:solidFill>
                  <a:schemeClr val="dk1"/>
                </a:solidFill>
                <a:latin typeface="Poppins"/>
                <a:ea typeface="Poppins"/>
              </a:rPr>
              <a:t>Interconnecter les institutions de santé et gouvernementales algériennes. Chaque entité (hôpital, pharmacie, CNAS, ministère de la Santé) dispose de son propre serveur de sécurité, communiquant de pair à pair via des canaux chiffrés, sans passer par un hub central.</a:t>
            </a:r>
            <a:endParaRPr lang="fr-FR" sz="1400" b="0" strike="noStrike" spc="-1" dirty="0">
              <a:solidFill>
                <a:srgbClr val="000000"/>
              </a:solidFill>
              <a:latin typeface="Arial"/>
            </a:endParaRPr>
          </a:p>
          <a:p>
            <a:pPr>
              <a:lnSpc>
                <a:spcPct val="115000"/>
              </a:lnSpc>
              <a:tabLst>
                <a:tab pos="0" algn="l"/>
              </a:tabLst>
            </a:pPr>
            <a:endParaRPr lang="fr-FR" sz="1400" b="0" strike="noStrike" spc="-1" dirty="0">
              <a:solidFill>
                <a:srgbClr val="000000"/>
              </a:solidFill>
              <a:latin typeface="Arial"/>
            </a:endParaRPr>
          </a:p>
          <a:p>
            <a:pPr>
              <a:lnSpc>
                <a:spcPct val="115000"/>
              </a:lnSpc>
              <a:tabLst>
                <a:tab pos="0" algn="l"/>
              </a:tabLst>
            </a:pPr>
            <a:endParaRPr lang="fr-FR" sz="1400" b="0" strike="noStrike" spc="-1" dirty="0">
              <a:solidFill>
                <a:srgbClr val="000000"/>
              </a:solidFill>
              <a:latin typeface="Arial"/>
            </a:endParaRPr>
          </a:p>
        </p:txBody>
      </p:sp>
      <p:sp>
        <p:nvSpPr>
          <p:cNvPr id="3" name="PlaceHolder 2">
            <a:extLst>
              <a:ext uri="{FF2B5EF4-FFF2-40B4-BE49-F238E27FC236}">
                <a16:creationId xmlns:a16="http://schemas.microsoft.com/office/drawing/2014/main" id="{63BB71F0-CDE9-2A37-7CB2-E0169134817B}"/>
              </a:ext>
            </a:extLst>
          </p:cNvPr>
          <p:cNvSpPr txBox="1">
            <a:spLocks/>
          </p:cNvSpPr>
          <p:nvPr/>
        </p:nvSpPr>
        <p:spPr>
          <a:xfrm>
            <a:off x="548280" y="444960"/>
            <a:ext cx="2814120" cy="572400"/>
          </a:xfrm>
          <a:prstGeom prst="rect">
            <a:avLst/>
          </a:prstGeom>
          <a:noFill/>
          <a:ln w="0">
            <a:noFill/>
          </a:ln>
        </p:spPr>
        <p:txBody>
          <a:bodyPr lIns="91440" tIns="91440" rIns="9144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tabLst>
                <a:tab pos="0" algn="l"/>
              </a:tabLst>
            </a:pPr>
            <a:r>
              <a:rPr lang="en" sz="2600" b="1" spc="-1">
                <a:solidFill>
                  <a:schemeClr val="dk2"/>
                </a:solidFill>
                <a:latin typeface="Poppins" panose="00000500000000000000" pitchFamily="2" charset="0"/>
                <a:ea typeface="IBM Plex Mono"/>
                <a:cs typeface="Poppins" panose="00000500000000000000" pitchFamily="2" charset="0"/>
              </a:rPr>
              <a:t>           CHIFA 3.0</a:t>
            </a:r>
            <a:endParaRPr lang="fr-FR" sz="2600" spc="-1" dirty="0">
              <a:solidFill>
                <a:srgbClr val="000000"/>
              </a:solidFill>
              <a:latin typeface="Poppins" panose="00000500000000000000" pitchFamily="2" charset="0"/>
              <a:cs typeface="Poppins" panose="000005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64">
                                            <p:txEl>
                                              <p:pRg st="0" end="0"/>
                                            </p:txEl>
                                          </p:spTgt>
                                        </p:tgtEl>
                                        <p:attrNameLst>
                                          <p:attrName>style.visibility</p:attrName>
                                        </p:attrNameLst>
                                      </p:cBhvr>
                                      <p:to>
                                        <p:strVal val="visible"/>
                                      </p:to>
                                    </p:set>
                                    <p:animEffect transition="in" filter="fade">
                                      <p:cBhvr>
                                        <p:cTn id="12" dur="1000"/>
                                        <p:tgtEl>
                                          <p:spTgt spid="1164">
                                            <p:txEl>
                                              <p:pRg st="0" end="0"/>
                                            </p:txEl>
                                          </p:spTgt>
                                        </p:tgtEl>
                                      </p:cBhvr>
                                    </p:animEffect>
                                    <p:anim calcmode="lin" valueType="num">
                                      <p:cBhvr>
                                        <p:cTn id="13" dur="1000" fill="hold"/>
                                        <p:tgtEl>
                                          <p:spTgt spid="116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16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64">
                                            <p:txEl>
                                              <p:pRg st="2" end="2"/>
                                            </p:txEl>
                                          </p:spTgt>
                                        </p:tgtEl>
                                        <p:attrNameLst>
                                          <p:attrName>style.visibility</p:attrName>
                                        </p:attrNameLst>
                                      </p:cBhvr>
                                      <p:to>
                                        <p:strVal val="visible"/>
                                      </p:to>
                                    </p:set>
                                    <p:animEffect transition="in" filter="fade">
                                      <p:cBhvr>
                                        <p:cTn id="19" dur="1000"/>
                                        <p:tgtEl>
                                          <p:spTgt spid="1164">
                                            <p:txEl>
                                              <p:pRg st="2" end="2"/>
                                            </p:txEl>
                                          </p:spTgt>
                                        </p:tgtEl>
                                      </p:cBhvr>
                                    </p:animEffect>
                                    <p:anim calcmode="lin" valueType="num">
                                      <p:cBhvr>
                                        <p:cTn id="20" dur="1000" fill="hold"/>
                                        <p:tgtEl>
                                          <p:spTgt spid="116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16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164">
                                            <p:txEl>
                                              <p:pRg st="3" end="3"/>
                                            </p:txEl>
                                          </p:spTgt>
                                        </p:tgtEl>
                                        <p:attrNameLst>
                                          <p:attrName>style.visibility</p:attrName>
                                        </p:attrNameLst>
                                      </p:cBhvr>
                                      <p:to>
                                        <p:strVal val="visible"/>
                                      </p:to>
                                    </p:set>
                                    <p:animEffect transition="in" filter="fade">
                                      <p:cBhvr>
                                        <p:cTn id="26" dur="1000"/>
                                        <p:tgtEl>
                                          <p:spTgt spid="1164">
                                            <p:txEl>
                                              <p:pRg st="3" end="3"/>
                                            </p:txEl>
                                          </p:spTgt>
                                        </p:tgtEl>
                                      </p:cBhvr>
                                    </p:animEffect>
                                    <p:anim calcmode="lin" valueType="num">
                                      <p:cBhvr>
                                        <p:cTn id="27" dur="1000" fill="hold"/>
                                        <p:tgtEl>
                                          <p:spTgt spid="1164">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16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4" grpId="0" build="p"/>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5" name="Google Shape;1922;g34e3735cec0_6_15"/>
          <p:cNvSpPr/>
          <p:nvPr/>
        </p:nvSpPr>
        <p:spPr>
          <a:xfrm>
            <a:off x="578520" y="1237320"/>
            <a:ext cx="7797600" cy="34264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50000"/>
              </a:lnSpc>
              <a:tabLst>
                <a:tab pos="0" algn="l"/>
              </a:tabLst>
            </a:pPr>
            <a:endParaRPr lang="fr-FR" sz="1400" b="0" strike="noStrike" spc="-1">
              <a:solidFill>
                <a:srgbClr val="000000"/>
              </a:solidFill>
              <a:latin typeface="Arial"/>
            </a:endParaRPr>
          </a:p>
          <a:p>
            <a:pPr>
              <a:lnSpc>
                <a:spcPct val="150000"/>
              </a:lnSpc>
              <a:tabLst>
                <a:tab pos="0" algn="l"/>
              </a:tabLst>
            </a:pPr>
            <a:endParaRPr lang="fr-FR" sz="1400" b="0" strike="noStrike" spc="-1">
              <a:solidFill>
                <a:srgbClr val="000000"/>
              </a:solidFill>
              <a:latin typeface="Arial"/>
            </a:endParaRPr>
          </a:p>
          <a:p>
            <a:pPr>
              <a:lnSpc>
                <a:spcPct val="150000"/>
              </a:lnSpc>
              <a:tabLst>
                <a:tab pos="0" algn="l"/>
              </a:tabLst>
            </a:pPr>
            <a:endParaRPr lang="fr-FR" sz="1400" b="0" strike="noStrike" spc="-1">
              <a:solidFill>
                <a:srgbClr val="000000"/>
              </a:solidFill>
              <a:latin typeface="Arial"/>
            </a:endParaRPr>
          </a:p>
          <a:p>
            <a:pPr>
              <a:lnSpc>
                <a:spcPct val="150000"/>
              </a:lnSpc>
              <a:tabLst>
                <a:tab pos="0" algn="l"/>
              </a:tabLst>
            </a:pPr>
            <a:endParaRPr lang="fr-FR" sz="1400" b="0" strike="noStrike" spc="-1">
              <a:solidFill>
                <a:srgbClr val="000000"/>
              </a:solidFill>
              <a:latin typeface="Arial"/>
            </a:endParaRPr>
          </a:p>
          <a:p>
            <a:pPr>
              <a:lnSpc>
                <a:spcPct val="150000"/>
              </a:lnSpc>
              <a:tabLst>
                <a:tab pos="0" algn="l"/>
              </a:tabLst>
            </a:pPr>
            <a:endParaRPr lang="fr-FR" sz="1400" b="0" strike="noStrike" spc="-1">
              <a:solidFill>
                <a:srgbClr val="000000"/>
              </a:solidFill>
              <a:latin typeface="Arial"/>
            </a:endParaRPr>
          </a:p>
        </p:txBody>
      </p:sp>
      <p:sp>
        <p:nvSpPr>
          <p:cNvPr id="1166" name="PlaceHolder 1"/>
          <p:cNvSpPr>
            <a:spLocks noGrp="1"/>
          </p:cNvSpPr>
          <p:nvPr>
            <p:ph type="title"/>
          </p:nvPr>
        </p:nvSpPr>
        <p:spPr>
          <a:xfrm>
            <a:off x="578520" y="362700"/>
            <a:ext cx="7703640" cy="572400"/>
          </a:xfrm>
          <a:prstGeom prst="rect">
            <a:avLst/>
          </a:prstGeom>
          <a:noFill/>
          <a:ln w="0">
            <a:noFill/>
          </a:ln>
        </p:spPr>
        <p:txBody>
          <a:bodyPr lIns="91440" tIns="91440" rIns="91440" bIns="91440" anchor="t">
            <a:noAutofit/>
          </a:bodyPr>
          <a:lstStyle/>
          <a:p>
            <a:pPr indent="0">
              <a:buNone/>
            </a:pPr>
            <a:r>
              <a:rPr lang="fr-FR" sz="2600" b="1" strike="noStrike" spc="-1" dirty="0">
                <a:solidFill>
                  <a:schemeClr val="dk2"/>
                </a:solidFill>
                <a:latin typeface="Poppins" panose="00000500000000000000" pitchFamily="2" charset="0"/>
                <a:ea typeface="IBM Plex Mono"/>
                <a:cs typeface="Poppins" panose="00000500000000000000" pitchFamily="2" charset="0"/>
              </a:rPr>
              <a:t> X-Road : pour quoi faire ?</a:t>
            </a:r>
            <a:endParaRPr lang="fr-FR" sz="2600" b="0" strike="noStrike" spc="-1" dirty="0">
              <a:solidFill>
                <a:srgbClr val="000000"/>
              </a:solidFill>
              <a:latin typeface="Poppins" panose="00000500000000000000" pitchFamily="2" charset="0"/>
              <a:cs typeface="Poppins" panose="00000500000000000000" pitchFamily="2" charset="0"/>
            </a:endParaRPr>
          </a:p>
        </p:txBody>
      </p:sp>
      <p:sp>
        <p:nvSpPr>
          <p:cNvPr id="1167" name="Google Shape;1922;g34e3735cec0_6_15"/>
          <p:cNvSpPr/>
          <p:nvPr/>
        </p:nvSpPr>
        <p:spPr>
          <a:xfrm>
            <a:off x="673200" y="1237320"/>
            <a:ext cx="7797600" cy="34264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r>
              <a:rPr lang="fr-FR" sz="1400" b="1" strike="noStrike" spc="-1" dirty="0">
                <a:solidFill>
                  <a:schemeClr val="tx2"/>
                </a:solidFill>
                <a:latin typeface="Poppins"/>
                <a:ea typeface="Poppins"/>
              </a:rPr>
              <a:t>X-Road</a:t>
            </a:r>
            <a:r>
              <a:rPr lang="fr-FR" sz="1400" b="0" strike="noStrike" spc="-1" dirty="0">
                <a:solidFill>
                  <a:schemeClr val="dk1"/>
                </a:solidFill>
                <a:latin typeface="Poppins"/>
                <a:ea typeface="Poppins"/>
              </a:rPr>
              <a:t> est une </a:t>
            </a:r>
            <a:r>
              <a:rPr lang="fr-FR" sz="1400" strike="noStrike" spc="-1" dirty="0">
                <a:solidFill>
                  <a:schemeClr val="tx2"/>
                </a:solidFill>
                <a:latin typeface="Poppins"/>
                <a:ea typeface="Poppins"/>
              </a:rPr>
              <a:t>plateforme d’échange de données sécurisée </a:t>
            </a:r>
            <a:r>
              <a:rPr lang="fr-FR" sz="1400" b="0" strike="noStrike" spc="-1" dirty="0">
                <a:solidFill>
                  <a:schemeClr val="dk1"/>
                </a:solidFill>
                <a:latin typeface="Poppins"/>
                <a:ea typeface="Poppins"/>
              </a:rPr>
              <a:t>entre les systèmes d’information de différentes organisations, qu’elles soient publiques ou privées.</a:t>
            </a:r>
            <a:br>
              <a:rPr sz="1400" dirty="0"/>
            </a:br>
            <a:r>
              <a:rPr lang="fr-FR" sz="1400" b="0" strike="noStrike" spc="-1" dirty="0">
                <a:solidFill>
                  <a:schemeClr val="dk1"/>
                </a:solidFill>
                <a:latin typeface="Poppins"/>
                <a:ea typeface="Poppins"/>
              </a:rPr>
              <a:t>Elle permet à ces systèmes — qui peuvent être techniquement très différents — de </a:t>
            </a:r>
            <a:r>
              <a:rPr lang="fr-FR" sz="1400" strike="noStrike" spc="-1" dirty="0">
                <a:solidFill>
                  <a:schemeClr val="tx2"/>
                </a:solidFill>
                <a:latin typeface="Poppins"/>
                <a:ea typeface="Poppins"/>
              </a:rPr>
              <a:t>communiquer de manière standardisée, sécurisée et traçable</a:t>
            </a:r>
            <a:r>
              <a:rPr lang="fr-FR" sz="1400" b="0" strike="noStrike" spc="-1" dirty="0">
                <a:solidFill>
                  <a:schemeClr val="dk1"/>
                </a:solidFill>
                <a:latin typeface="Poppins"/>
                <a:ea typeface="Poppins"/>
              </a:rPr>
              <a:t>, sans avoir besoin de centraliser toutes les données.</a:t>
            </a:r>
            <a:endParaRPr lang="fr-FR" sz="1400" b="0" strike="noStrike" spc="-1" dirty="0">
              <a:solidFill>
                <a:srgbClr val="000000"/>
              </a:solidFill>
              <a:latin typeface="Arial"/>
            </a:endParaRPr>
          </a:p>
          <a:p>
            <a:br>
              <a:rPr sz="1400" dirty="0"/>
            </a:br>
            <a:r>
              <a:rPr lang="fr-FR" sz="1400" b="0" strike="noStrike" spc="-1" dirty="0">
                <a:solidFill>
                  <a:schemeClr val="dk1"/>
                </a:solidFill>
                <a:latin typeface="Poppins"/>
                <a:ea typeface="Poppins"/>
              </a:rPr>
              <a:t>Elle permet : </a:t>
            </a:r>
            <a:endParaRPr lang="fr-FR" sz="1400" b="0" strike="noStrike" spc="-1" dirty="0">
              <a:solidFill>
                <a:srgbClr val="000000"/>
              </a:solidFill>
              <a:latin typeface="Arial"/>
            </a:endParaRPr>
          </a:p>
          <a:p>
            <a:pPr>
              <a:lnSpc>
                <a:spcPct val="200000"/>
              </a:lnSpc>
              <a:tabLst>
                <a:tab pos="0" algn="l"/>
              </a:tabLst>
            </a:pPr>
            <a:r>
              <a:rPr lang="fr-FR" sz="1400" b="0" strike="noStrike" spc="-1" dirty="0">
                <a:solidFill>
                  <a:schemeClr val="dk1"/>
                </a:solidFill>
                <a:latin typeface="Poppins"/>
                <a:ea typeface="Poppins"/>
              </a:rPr>
              <a:t>- La communication sécurisée et standardisée entre systèmes de santé (hôpitaux, CNAS…),</a:t>
            </a:r>
            <a:endParaRPr lang="fr-FR" sz="1400" b="0" strike="noStrike" spc="-1" dirty="0">
              <a:solidFill>
                <a:srgbClr val="000000"/>
              </a:solidFill>
              <a:latin typeface="Arial"/>
            </a:endParaRPr>
          </a:p>
          <a:p>
            <a:pPr>
              <a:lnSpc>
                <a:spcPct val="200000"/>
              </a:lnSpc>
              <a:tabLst>
                <a:tab pos="0" algn="l"/>
              </a:tabLst>
            </a:pPr>
            <a:r>
              <a:rPr lang="fr-FR" sz="1400" b="0" strike="noStrike" spc="-1" dirty="0">
                <a:solidFill>
                  <a:schemeClr val="dk1"/>
                </a:solidFill>
                <a:latin typeface="Poppins"/>
                <a:ea typeface="Poppins"/>
              </a:rPr>
              <a:t>- L’accès distribué aux données stockées ailleurs (sans copier ni centraliser),</a:t>
            </a:r>
            <a:endParaRPr lang="fr-FR" sz="1400" b="0" strike="noStrike" spc="-1" dirty="0">
              <a:solidFill>
                <a:srgbClr val="000000"/>
              </a:solidFill>
              <a:latin typeface="Arial"/>
            </a:endParaRPr>
          </a:p>
          <a:p>
            <a:pPr>
              <a:lnSpc>
                <a:spcPct val="200000"/>
              </a:lnSpc>
              <a:tabLst>
                <a:tab pos="0" algn="l"/>
              </a:tabLst>
            </a:pPr>
            <a:r>
              <a:rPr lang="fr-FR" sz="1400" b="0" strike="noStrike" spc="-1" dirty="0">
                <a:solidFill>
                  <a:schemeClr val="dk1"/>
                </a:solidFill>
                <a:latin typeface="Poppins"/>
                <a:ea typeface="Poppins"/>
              </a:rPr>
              <a:t>- Un contrôle fin des droits d’accès, journalisation, authentification forte.</a:t>
            </a:r>
            <a:endParaRPr lang="fr-FR" sz="14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66"/>
                                        </p:tgtEl>
                                        <p:attrNameLst>
                                          <p:attrName>style.visibility</p:attrName>
                                        </p:attrNameLst>
                                      </p:cBhvr>
                                      <p:to>
                                        <p:strVal val="visible"/>
                                      </p:to>
                                    </p:set>
                                    <p:animEffect transition="in" filter="fade">
                                      <p:cBhvr>
                                        <p:cTn id="7" dur="1000"/>
                                        <p:tgtEl>
                                          <p:spTgt spid="1166"/>
                                        </p:tgtEl>
                                      </p:cBhvr>
                                    </p:animEffect>
                                    <p:anim calcmode="lin" valueType="num">
                                      <p:cBhvr>
                                        <p:cTn id="8" dur="1000" fill="hold"/>
                                        <p:tgtEl>
                                          <p:spTgt spid="1166"/>
                                        </p:tgtEl>
                                        <p:attrNameLst>
                                          <p:attrName>ppt_x</p:attrName>
                                        </p:attrNameLst>
                                      </p:cBhvr>
                                      <p:tavLst>
                                        <p:tav tm="0">
                                          <p:val>
                                            <p:strVal val="#ppt_x"/>
                                          </p:val>
                                        </p:tav>
                                        <p:tav tm="100000">
                                          <p:val>
                                            <p:strVal val="#ppt_x"/>
                                          </p:val>
                                        </p:tav>
                                      </p:tavLst>
                                    </p:anim>
                                    <p:anim calcmode="lin" valueType="num">
                                      <p:cBhvr>
                                        <p:cTn id="9" dur="1000" fill="hold"/>
                                        <p:tgtEl>
                                          <p:spTgt spid="116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67"/>
                                        </p:tgtEl>
                                        <p:attrNameLst>
                                          <p:attrName>style.visibility</p:attrName>
                                        </p:attrNameLst>
                                      </p:cBhvr>
                                      <p:to>
                                        <p:strVal val="visible"/>
                                      </p:to>
                                    </p:set>
                                    <p:animEffect transition="in" filter="fade">
                                      <p:cBhvr>
                                        <p:cTn id="12" dur="1000"/>
                                        <p:tgtEl>
                                          <p:spTgt spid="1167"/>
                                        </p:tgtEl>
                                      </p:cBhvr>
                                    </p:animEffect>
                                    <p:anim calcmode="lin" valueType="num">
                                      <p:cBhvr>
                                        <p:cTn id="13" dur="1000" fill="hold"/>
                                        <p:tgtEl>
                                          <p:spTgt spid="1167"/>
                                        </p:tgtEl>
                                        <p:attrNameLst>
                                          <p:attrName>ppt_x</p:attrName>
                                        </p:attrNameLst>
                                      </p:cBhvr>
                                      <p:tavLst>
                                        <p:tav tm="0">
                                          <p:val>
                                            <p:strVal val="#ppt_x"/>
                                          </p:val>
                                        </p:tav>
                                        <p:tav tm="100000">
                                          <p:val>
                                            <p:strVal val="#ppt_x"/>
                                          </p:val>
                                        </p:tav>
                                      </p:tavLst>
                                    </p:anim>
                                    <p:anim calcmode="lin" valueType="num">
                                      <p:cBhvr>
                                        <p:cTn id="14" dur="1000" fill="hold"/>
                                        <p:tgtEl>
                                          <p:spTgt spid="116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6" grpId="0"/>
      <p:bldP spid="116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8" name="Google Shape;1928;g34e3735cec0_0_162"/>
          <p:cNvSpPr/>
          <p:nvPr/>
        </p:nvSpPr>
        <p:spPr>
          <a:xfrm>
            <a:off x="625320" y="839880"/>
            <a:ext cx="7797600" cy="40467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r>
              <a:rPr lang="fr-FR" sz="1400" b="0" strike="noStrike" spc="-1" dirty="0">
                <a:solidFill>
                  <a:schemeClr val="dk1"/>
                </a:solidFill>
                <a:latin typeface="Poppins"/>
                <a:ea typeface="Poppins"/>
              </a:rPr>
              <a:t>La </a:t>
            </a:r>
            <a:r>
              <a:rPr lang="fr-FR" sz="1400" strike="noStrike" spc="-1" dirty="0">
                <a:solidFill>
                  <a:schemeClr val="tx2"/>
                </a:solidFill>
                <a:latin typeface="Poppins"/>
                <a:ea typeface="Poppins"/>
              </a:rPr>
              <a:t>blockchain</a:t>
            </a:r>
            <a:r>
              <a:rPr lang="fr-FR" sz="1400" strike="noStrike" spc="-1" dirty="0">
                <a:solidFill>
                  <a:schemeClr val="dk1"/>
                </a:solidFill>
                <a:latin typeface="Poppins"/>
                <a:ea typeface="Poppins"/>
              </a:rPr>
              <a:t> est </a:t>
            </a:r>
            <a:r>
              <a:rPr lang="fr-FR" sz="1400" strike="noStrike" spc="-1" dirty="0">
                <a:solidFill>
                  <a:schemeClr val="tx2"/>
                </a:solidFill>
                <a:latin typeface="Poppins"/>
                <a:ea typeface="Poppins"/>
              </a:rPr>
              <a:t>une technologie de stockage d’informations dans un registre décentralisé,</a:t>
            </a:r>
            <a:r>
              <a:rPr lang="fr-FR" sz="1400" strike="noStrike" spc="-1" dirty="0">
                <a:solidFill>
                  <a:schemeClr val="dk1"/>
                </a:solidFill>
                <a:latin typeface="Poppins"/>
                <a:ea typeface="Poppins"/>
              </a:rPr>
              <a:t> immuable, et transparent, sans besoin d’un tiers de confiance.</a:t>
            </a:r>
            <a:br>
              <a:rPr sz="1400" dirty="0"/>
            </a:br>
            <a:r>
              <a:rPr lang="fr-FR" sz="1400" strike="noStrike" spc="-1" dirty="0">
                <a:solidFill>
                  <a:schemeClr val="dk1"/>
                </a:solidFill>
                <a:latin typeface="Poppins"/>
                <a:ea typeface="Poppins"/>
              </a:rPr>
              <a:t>Elle permet de  :</a:t>
            </a:r>
            <a:endParaRPr lang="fr-FR" sz="1400" strike="noStrike" spc="-1" dirty="0">
              <a:solidFill>
                <a:srgbClr val="000000"/>
              </a:solidFill>
              <a:latin typeface="Arial"/>
            </a:endParaRPr>
          </a:p>
          <a:p>
            <a:pPr>
              <a:lnSpc>
                <a:spcPct val="200000"/>
              </a:lnSpc>
              <a:tabLst>
                <a:tab pos="0" algn="l"/>
              </a:tabLst>
            </a:pPr>
            <a:r>
              <a:rPr lang="fr-FR" sz="1400" b="0" strike="noStrike" spc="-1" dirty="0">
                <a:solidFill>
                  <a:schemeClr val="dk1"/>
                </a:solidFill>
                <a:latin typeface="Poppins"/>
                <a:ea typeface="Poppins"/>
              </a:rPr>
              <a:t>- Garantir la traçabilité, l’authenticité et l’intégrité des opérations sensibles : arrêts maladie, prescriptions, validations, signatures électroniques.</a:t>
            </a:r>
            <a:endParaRPr lang="fr-FR" sz="1400" b="0" strike="noStrike" spc="-1" dirty="0">
              <a:solidFill>
                <a:srgbClr val="000000"/>
              </a:solidFill>
              <a:latin typeface="Arial"/>
            </a:endParaRPr>
          </a:p>
          <a:p>
            <a:pPr>
              <a:lnSpc>
                <a:spcPct val="200000"/>
              </a:lnSpc>
              <a:tabLst>
                <a:tab pos="0" algn="l"/>
              </a:tabLst>
            </a:pPr>
            <a:r>
              <a:rPr lang="fr-FR" sz="1400" b="0" strike="noStrike" spc="-1" dirty="0">
                <a:solidFill>
                  <a:schemeClr val="dk1"/>
                </a:solidFill>
                <a:latin typeface="Poppins"/>
                <a:ea typeface="Poppins"/>
              </a:rPr>
              <a:t>- Créer une historique infalsifiable des actions critiques :</a:t>
            </a:r>
            <a:endParaRPr lang="fr-FR" sz="1400" b="0" strike="noStrike" spc="-1" dirty="0">
              <a:solidFill>
                <a:srgbClr val="000000"/>
              </a:solidFill>
              <a:latin typeface="Arial"/>
            </a:endParaRPr>
          </a:p>
          <a:p>
            <a:pPr>
              <a:lnSpc>
                <a:spcPct val="200000"/>
              </a:lnSpc>
              <a:tabLst>
                <a:tab pos="0" algn="l"/>
              </a:tabLst>
            </a:pPr>
            <a:r>
              <a:rPr lang="fr-FR" sz="1400" b="0" strike="noStrike" spc="-1" dirty="0">
                <a:solidFill>
                  <a:schemeClr val="dk1"/>
                </a:solidFill>
                <a:latin typeface="Poppins"/>
                <a:ea typeface="Poppins"/>
              </a:rPr>
              <a:t>  - Qui a créé un arrêt de travail ?</a:t>
            </a:r>
            <a:endParaRPr lang="fr-FR" sz="1400" b="0" strike="noStrike" spc="-1" dirty="0">
              <a:solidFill>
                <a:srgbClr val="000000"/>
              </a:solidFill>
              <a:latin typeface="Arial"/>
            </a:endParaRPr>
          </a:p>
          <a:p>
            <a:pPr>
              <a:lnSpc>
                <a:spcPct val="200000"/>
              </a:lnSpc>
              <a:tabLst>
                <a:tab pos="0" algn="l"/>
              </a:tabLst>
            </a:pPr>
            <a:r>
              <a:rPr lang="fr-FR" sz="1400" b="0" strike="noStrike" spc="-1" dirty="0">
                <a:solidFill>
                  <a:schemeClr val="dk1"/>
                </a:solidFill>
                <a:latin typeface="Poppins"/>
                <a:ea typeface="Poppins"/>
              </a:rPr>
              <a:t>  - Quand ?</a:t>
            </a:r>
            <a:endParaRPr lang="fr-FR" sz="1400" b="0" strike="noStrike" spc="-1" dirty="0">
              <a:solidFill>
                <a:srgbClr val="000000"/>
              </a:solidFill>
              <a:latin typeface="Arial"/>
            </a:endParaRPr>
          </a:p>
          <a:p>
            <a:pPr>
              <a:lnSpc>
                <a:spcPct val="200000"/>
              </a:lnSpc>
              <a:tabLst>
                <a:tab pos="0" algn="l"/>
              </a:tabLst>
            </a:pPr>
            <a:r>
              <a:rPr lang="fr-FR" sz="1400" b="0" strike="noStrike" spc="-1" dirty="0">
                <a:solidFill>
                  <a:schemeClr val="dk1"/>
                </a:solidFill>
                <a:latin typeface="Poppins"/>
                <a:ea typeface="Poppins"/>
              </a:rPr>
              <a:t>  - Pour quel patient ?</a:t>
            </a:r>
            <a:endParaRPr lang="fr-FR" sz="1400" b="0" strike="noStrike" spc="-1" dirty="0">
              <a:solidFill>
                <a:srgbClr val="000000"/>
              </a:solidFill>
              <a:latin typeface="Arial"/>
            </a:endParaRPr>
          </a:p>
          <a:p>
            <a:pPr>
              <a:lnSpc>
                <a:spcPct val="200000"/>
              </a:lnSpc>
              <a:tabLst>
                <a:tab pos="0" algn="l"/>
              </a:tabLst>
            </a:pPr>
            <a:r>
              <a:rPr lang="fr-FR" sz="1400" b="0" strike="noStrike" spc="-1" dirty="0">
                <a:solidFill>
                  <a:schemeClr val="dk1"/>
                </a:solidFill>
                <a:latin typeface="Poppins"/>
                <a:ea typeface="Poppins"/>
              </a:rPr>
              <a:t>  - Qui l’a validé ?</a:t>
            </a:r>
            <a:endParaRPr lang="fr-FR" sz="1400" b="0" strike="noStrike" spc="-1" dirty="0">
              <a:solidFill>
                <a:srgbClr val="000000"/>
              </a:solidFill>
              <a:latin typeface="Arial"/>
            </a:endParaRPr>
          </a:p>
          <a:p>
            <a:pPr>
              <a:lnSpc>
                <a:spcPct val="200000"/>
              </a:lnSpc>
              <a:tabLst>
                <a:tab pos="0" algn="l"/>
              </a:tabLst>
            </a:pPr>
            <a:r>
              <a:rPr lang="fr-FR" sz="1400" b="0" strike="noStrike" spc="-1" dirty="0">
                <a:solidFill>
                  <a:schemeClr val="dk1"/>
                </a:solidFill>
                <a:latin typeface="Poppins"/>
                <a:ea typeface="Poppins"/>
              </a:rPr>
              <a:t>  - A-t-il été modifié ?</a:t>
            </a:r>
            <a:endParaRPr lang="fr-FR" sz="1400" b="0" strike="noStrike" spc="-1" dirty="0">
              <a:solidFill>
                <a:srgbClr val="000000"/>
              </a:solidFill>
              <a:latin typeface="Arial"/>
            </a:endParaRPr>
          </a:p>
        </p:txBody>
      </p:sp>
      <p:sp>
        <p:nvSpPr>
          <p:cNvPr id="1169" name="PlaceHolder 1"/>
          <p:cNvSpPr>
            <a:spLocks noGrp="1"/>
          </p:cNvSpPr>
          <p:nvPr>
            <p:ph type="title"/>
          </p:nvPr>
        </p:nvSpPr>
        <p:spPr>
          <a:xfrm>
            <a:off x="625320" y="267120"/>
            <a:ext cx="7703640" cy="572400"/>
          </a:xfrm>
          <a:prstGeom prst="rect">
            <a:avLst/>
          </a:prstGeom>
          <a:noFill/>
          <a:ln w="0">
            <a:noFill/>
          </a:ln>
        </p:spPr>
        <p:txBody>
          <a:bodyPr lIns="91440" tIns="91440" rIns="91440" bIns="91440" anchor="t">
            <a:noAutofit/>
          </a:bodyPr>
          <a:lstStyle/>
          <a:p>
            <a:pPr indent="0">
              <a:buNone/>
            </a:pPr>
            <a:r>
              <a:rPr lang="en" sz="2600" b="1" strike="noStrike" spc="-1" dirty="0">
                <a:solidFill>
                  <a:schemeClr val="dk2"/>
                </a:solidFill>
                <a:latin typeface="Poppins"/>
                <a:ea typeface="IBM Plex Mono"/>
              </a:rPr>
              <a:t>La Blockchain : à quoi sert-elle ?</a:t>
            </a:r>
            <a:endParaRPr lang="fr-FR" sz="26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69"/>
                                        </p:tgtEl>
                                        <p:attrNameLst>
                                          <p:attrName>style.visibility</p:attrName>
                                        </p:attrNameLst>
                                      </p:cBhvr>
                                      <p:to>
                                        <p:strVal val="visible"/>
                                      </p:to>
                                    </p:set>
                                    <p:animEffect transition="in" filter="fade">
                                      <p:cBhvr>
                                        <p:cTn id="7" dur="1000"/>
                                        <p:tgtEl>
                                          <p:spTgt spid="1169"/>
                                        </p:tgtEl>
                                      </p:cBhvr>
                                    </p:animEffect>
                                    <p:anim calcmode="lin" valueType="num">
                                      <p:cBhvr>
                                        <p:cTn id="8" dur="1000" fill="hold"/>
                                        <p:tgtEl>
                                          <p:spTgt spid="1169"/>
                                        </p:tgtEl>
                                        <p:attrNameLst>
                                          <p:attrName>ppt_x</p:attrName>
                                        </p:attrNameLst>
                                      </p:cBhvr>
                                      <p:tavLst>
                                        <p:tav tm="0">
                                          <p:val>
                                            <p:strVal val="#ppt_x"/>
                                          </p:val>
                                        </p:tav>
                                        <p:tav tm="100000">
                                          <p:val>
                                            <p:strVal val="#ppt_x"/>
                                          </p:val>
                                        </p:tav>
                                      </p:tavLst>
                                    </p:anim>
                                    <p:anim calcmode="lin" valueType="num">
                                      <p:cBhvr>
                                        <p:cTn id="9" dur="1000" fill="hold"/>
                                        <p:tgtEl>
                                          <p:spTgt spid="116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68"/>
                                        </p:tgtEl>
                                        <p:attrNameLst>
                                          <p:attrName>style.visibility</p:attrName>
                                        </p:attrNameLst>
                                      </p:cBhvr>
                                      <p:to>
                                        <p:strVal val="visible"/>
                                      </p:to>
                                    </p:set>
                                    <p:animEffect transition="in" filter="fade">
                                      <p:cBhvr>
                                        <p:cTn id="12" dur="1000"/>
                                        <p:tgtEl>
                                          <p:spTgt spid="1168"/>
                                        </p:tgtEl>
                                      </p:cBhvr>
                                    </p:animEffect>
                                    <p:anim calcmode="lin" valueType="num">
                                      <p:cBhvr>
                                        <p:cTn id="13" dur="1000" fill="hold"/>
                                        <p:tgtEl>
                                          <p:spTgt spid="1168"/>
                                        </p:tgtEl>
                                        <p:attrNameLst>
                                          <p:attrName>ppt_x</p:attrName>
                                        </p:attrNameLst>
                                      </p:cBhvr>
                                      <p:tavLst>
                                        <p:tav tm="0">
                                          <p:val>
                                            <p:strVal val="#ppt_x"/>
                                          </p:val>
                                        </p:tav>
                                        <p:tav tm="100000">
                                          <p:val>
                                            <p:strVal val="#ppt_x"/>
                                          </p:val>
                                        </p:tav>
                                      </p:tavLst>
                                    </p:anim>
                                    <p:anim calcmode="lin" valueType="num">
                                      <p:cBhvr>
                                        <p:cTn id="14" dur="1000" fill="hold"/>
                                        <p:tgtEl>
                                          <p:spTgt spid="11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8" grpId="0"/>
      <p:bldP spid="116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lnSpc>
                <a:spcPct val="100000"/>
              </a:lnSpc>
              <a:buNone/>
            </a:pPr>
            <a:r>
              <a:rPr lang="fr-FR" sz="3000" b="1" strike="noStrike" spc="-1">
                <a:solidFill>
                  <a:schemeClr val="dk2"/>
                </a:solidFill>
                <a:latin typeface="IBM Plex Mono"/>
                <a:ea typeface="IBM Plex Mono"/>
              </a:rPr>
              <a:t>Blockchain vs X-Road </a:t>
            </a:r>
            <a:endParaRPr lang="fr-FR" sz="3000" b="0" strike="noStrike" spc="-1">
              <a:solidFill>
                <a:srgbClr val="000000"/>
              </a:solidFill>
              <a:latin typeface="Arial"/>
            </a:endParaRPr>
          </a:p>
        </p:txBody>
      </p:sp>
      <p:graphicFrame>
        <p:nvGraphicFramePr>
          <p:cNvPr id="1173" name="Tableau 6"/>
          <p:cNvGraphicFramePr/>
          <p:nvPr/>
        </p:nvGraphicFramePr>
        <p:xfrm>
          <a:off x="720000" y="1017720"/>
          <a:ext cx="7408800" cy="3786333"/>
        </p:xfrm>
        <a:graphic>
          <a:graphicData uri="http://schemas.openxmlformats.org/drawingml/2006/table">
            <a:tbl>
              <a:tblPr/>
              <a:tblGrid>
                <a:gridCol w="2469600">
                  <a:extLst>
                    <a:ext uri="{9D8B030D-6E8A-4147-A177-3AD203B41FA5}">
                      <a16:colId xmlns:a16="http://schemas.microsoft.com/office/drawing/2014/main" val="20000"/>
                    </a:ext>
                  </a:extLst>
                </a:gridCol>
                <a:gridCol w="2469600">
                  <a:extLst>
                    <a:ext uri="{9D8B030D-6E8A-4147-A177-3AD203B41FA5}">
                      <a16:colId xmlns:a16="http://schemas.microsoft.com/office/drawing/2014/main" val="20001"/>
                    </a:ext>
                  </a:extLst>
                </a:gridCol>
                <a:gridCol w="2469600">
                  <a:extLst>
                    <a:ext uri="{9D8B030D-6E8A-4147-A177-3AD203B41FA5}">
                      <a16:colId xmlns:a16="http://schemas.microsoft.com/office/drawing/2014/main" val="20002"/>
                    </a:ext>
                  </a:extLst>
                </a:gridCol>
              </a:tblGrid>
              <a:tr h="197280">
                <a:tc>
                  <a:txBody>
                    <a:bodyPr/>
                    <a:lstStyle/>
                    <a:p>
                      <a:pPr>
                        <a:lnSpc>
                          <a:spcPct val="115000"/>
                        </a:lnSpc>
                        <a:spcAft>
                          <a:spcPts val="1001"/>
                        </a:spcAft>
                      </a:pPr>
                      <a:r>
                        <a:rPr lang="en-US" sz="1100" b="1" strike="noStrike" spc="-1">
                          <a:solidFill>
                            <a:schemeClr val="lt1"/>
                          </a:solidFill>
                          <a:latin typeface="Arial"/>
                          <a:ea typeface="Arial"/>
                        </a:rPr>
                        <a:t>Critère</a:t>
                      </a:r>
                      <a:endParaRPr lang="fr-FR" sz="1100" b="0" strike="noStrike" spc="-1">
                        <a:solidFill>
                          <a:srgbClr val="FFFFFF"/>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38160">
                      <a:solidFill>
                        <a:srgbClr val="F5F8FF"/>
                      </a:solidFill>
                      <a:prstDash val="solid"/>
                    </a:lnB>
                    <a:solidFill>
                      <a:schemeClr val="accent1"/>
                    </a:solidFill>
                  </a:tcPr>
                </a:tc>
                <a:tc>
                  <a:txBody>
                    <a:bodyPr/>
                    <a:lstStyle/>
                    <a:p>
                      <a:pPr>
                        <a:lnSpc>
                          <a:spcPct val="115000"/>
                        </a:lnSpc>
                        <a:spcAft>
                          <a:spcPts val="1001"/>
                        </a:spcAft>
                      </a:pPr>
                      <a:r>
                        <a:rPr lang="en-US" sz="1100" b="1" strike="noStrike" spc="-1">
                          <a:solidFill>
                            <a:schemeClr val="lt1"/>
                          </a:solidFill>
                          <a:latin typeface="Arial"/>
                          <a:ea typeface="Arial"/>
                        </a:rPr>
                        <a:t>X-Road</a:t>
                      </a:r>
                      <a:endParaRPr lang="fr-FR" sz="1100" b="0" strike="noStrike" spc="-1">
                        <a:solidFill>
                          <a:srgbClr val="FFFFFF"/>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38160">
                      <a:solidFill>
                        <a:srgbClr val="F5F8FF"/>
                      </a:solidFill>
                      <a:prstDash val="solid"/>
                    </a:lnB>
                    <a:solidFill>
                      <a:schemeClr val="accent1"/>
                    </a:solidFill>
                  </a:tcPr>
                </a:tc>
                <a:tc>
                  <a:txBody>
                    <a:bodyPr/>
                    <a:lstStyle/>
                    <a:p>
                      <a:pPr>
                        <a:lnSpc>
                          <a:spcPct val="115000"/>
                        </a:lnSpc>
                        <a:spcAft>
                          <a:spcPts val="1001"/>
                        </a:spcAft>
                      </a:pPr>
                      <a:r>
                        <a:rPr lang="en-US" sz="1100" b="1" strike="noStrike" spc="-1">
                          <a:solidFill>
                            <a:schemeClr val="lt1"/>
                          </a:solidFill>
                          <a:latin typeface="Arial"/>
                          <a:ea typeface="Arial"/>
                        </a:rPr>
                        <a:t>Blockchain</a:t>
                      </a:r>
                      <a:endParaRPr lang="fr-FR" sz="1100" b="0" strike="noStrike" spc="-1">
                        <a:solidFill>
                          <a:srgbClr val="FFFFFF"/>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38160">
                      <a:solidFill>
                        <a:srgbClr val="F5F8FF"/>
                      </a:solidFill>
                      <a:prstDash val="solid"/>
                    </a:lnB>
                    <a:solidFill>
                      <a:schemeClr val="accent1"/>
                    </a:solidFill>
                  </a:tcPr>
                </a:tc>
                <a:extLst>
                  <a:ext uri="{0D108BD9-81ED-4DB2-BD59-A6C34878D82A}">
                    <a16:rowId xmlns:a16="http://schemas.microsoft.com/office/drawing/2014/main" val="10000"/>
                  </a:ext>
                </a:extLst>
              </a:tr>
              <a:tr h="413280">
                <a:tc>
                  <a:txBody>
                    <a:bodyPr/>
                    <a:lstStyle/>
                    <a:p>
                      <a:pPr>
                        <a:lnSpc>
                          <a:spcPct val="115000"/>
                        </a:lnSpc>
                        <a:spcAft>
                          <a:spcPts val="1001"/>
                        </a:spcAft>
                      </a:pPr>
                      <a:r>
                        <a:rPr lang="en-US" sz="1100" b="1" strike="noStrike" spc="-1">
                          <a:solidFill>
                            <a:schemeClr val="lt1"/>
                          </a:solidFill>
                          <a:latin typeface="Arial"/>
                          <a:ea typeface="Arial"/>
                        </a:rPr>
                        <a:t>Architecture</a:t>
                      </a:r>
                      <a:endParaRPr lang="fr-FR" sz="1100" b="0" strike="noStrike" spc="-1">
                        <a:solidFill>
                          <a:srgbClr val="FFFFFF"/>
                        </a:solidFill>
                        <a:latin typeface="Arial"/>
                      </a:endParaRPr>
                    </a:p>
                  </a:txBody>
                  <a:tcPr marL="68400" marR="68400">
                    <a:lnL w="12240">
                      <a:solidFill>
                        <a:srgbClr val="F5F8FF"/>
                      </a:solidFill>
                      <a:prstDash val="solid"/>
                    </a:lnL>
                    <a:lnR w="12240">
                      <a:solidFill>
                        <a:srgbClr val="F5F8FF"/>
                      </a:solidFill>
                      <a:prstDash val="solid"/>
                    </a:lnR>
                    <a:lnT w="38160" cap="flat" cmpd="sng" algn="ctr">
                      <a:solidFill>
                        <a:srgbClr val="F5F8FF"/>
                      </a:solidFill>
                      <a:prstDash val="solid"/>
                      <a:round/>
                      <a:headEnd type="none" w="med" len="med"/>
                      <a:tailEnd type="none" w="med" len="med"/>
                    </a:lnT>
                    <a:lnB w="12240">
                      <a:solidFill>
                        <a:srgbClr val="F5F8FF"/>
                      </a:solidFill>
                      <a:prstDash val="solid"/>
                    </a:lnB>
                    <a:solidFill>
                      <a:schemeClr val="accent1"/>
                    </a:solidFill>
                  </a:tcPr>
                </a:tc>
                <a:tc>
                  <a:txBody>
                    <a:bodyPr/>
                    <a:lstStyle/>
                    <a:p>
                      <a:pPr>
                        <a:lnSpc>
                          <a:spcPct val="115000"/>
                        </a:lnSpc>
                        <a:spcAft>
                          <a:spcPts val="1001"/>
                        </a:spcAft>
                      </a:pPr>
                      <a:r>
                        <a:rPr lang="en-US" sz="1100" b="0" strike="noStrike" spc="-1">
                          <a:solidFill>
                            <a:schemeClr val="dk1"/>
                          </a:solidFill>
                          <a:latin typeface="Arial"/>
                          <a:ea typeface="Arial"/>
                        </a:rPr>
                        <a:t>Centralisée coordonnée (interopérabilité)</a:t>
                      </a:r>
                      <a:endParaRPr lang="fr-FR" sz="1100" b="0" strike="noStrike" spc="-1">
                        <a:solidFill>
                          <a:srgbClr val="000000"/>
                        </a:solidFill>
                        <a:latin typeface="Arial"/>
                      </a:endParaRPr>
                    </a:p>
                  </a:txBody>
                  <a:tcPr marL="68400" marR="68400">
                    <a:lnL w="12240">
                      <a:solidFill>
                        <a:srgbClr val="F5F8FF"/>
                      </a:solidFill>
                      <a:prstDash val="solid"/>
                    </a:lnL>
                    <a:lnR w="12240">
                      <a:solidFill>
                        <a:srgbClr val="F5F8FF"/>
                      </a:solidFill>
                      <a:prstDash val="solid"/>
                    </a:lnR>
                    <a:lnT w="38160" cap="flat" cmpd="sng" algn="ctr">
                      <a:solidFill>
                        <a:srgbClr val="F5F8FF"/>
                      </a:solidFill>
                      <a:prstDash val="solid"/>
                      <a:round/>
                      <a:headEnd type="none" w="med" len="med"/>
                      <a:tailEnd type="none" w="med" len="med"/>
                    </a:lnT>
                    <a:lnB w="12240">
                      <a:solidFill>
                        <a:srgbClr val="F5F8FF"/>
                      </a:solidFill>
                      <a:prstDash val="solid"/>
                    </a:lnB>
                    <a:solidFill>
                      <a:schemeClr val="accent1">
                        <a:tint val="40000"/>
                      </a:schemeClr>
                    </a:solidFill>
                  </a:tcPr>
                </a:tc>
                <a:tc>
                  <a:txBody>
                    <a:bodyPr/>
                    <a:lstStyle/>
                    <a:p>
                      <a:pPr>
                        <a:lnSpc>
                          <a:spcPct val="115000"/>
                        </a:lnSpc>
                        <a:spcAft>
                          <a:spcPts val="1001"/>
                        </a:spcAft>
                      </a:pPr>
                      <a:r>
                        <a:rPr lang="en-US" sz="1100" b="0" strike="noStrike" spc="-1">
                          <a:solidFill>
                            <a:schemeClr val="dk1"/>
                          </a:solidFill>
                          <a:latin typeface="Arial"/>
                          <a:ea typeface="Arial"/>
                        </a:rPr>
                        <a:t>Décentralisée (peer-to-peer)</a:t>
                      </a:r>
                      <a:endParaRPr lang="fr-FR" sz="1100" b="0" strike="noStrike" spc="-1">
                        <a:solidFill>
                          <a:srgbClr val="000000"/>
                        </a:solidFill>
                        <a:latin typeface="Arial"/>
                      </a:endParaRPr>
                    </a:p>
                  </a:txBody>
                  <a:tcPr marL="68400" marR="68400">
                    <a:lnL w="12240">
                      <a:solidFill>
                        <a:srgbClr val="F5F8FF"/>
                      </a:solidFill>
                      <a:prstDash val="solid"/>
                    </a:lnL>
                    <a:lnR w="12240">
                      <a:solidFill>
                        <a:srgbClr val="F5F8FF"/>
                      </a:solidFill>
                      <a:prstDash val="solid"/>
                    </a:lnR>
                    <a:lnT w="38160" cap="flat" cmpd="sng" algn="ctr">
                      <a:solidFill>
                        <a:srgbClr val="F5F8FF"/>
                      </a:solidFill>
                      <a:prstDash val="solid"/>
                      <a:round/>
                      <a:headEnd type="none" w="med" len="med"/>
                      <a:tailEnd type="none" w="med" len="med"/>
                    </a:lnT>
                    <a:lnB w="12240">
                      <a:solidFill>
                        <a:srgbClr val="F5F8FF"/>
                      </a:solidFill>
                      <a:prstDash val="solid"/>
                    </a:lnB>
                    <a:solidFill>
                      <a:schemeClr val="accent1">
                        <a:tint val="40000"/>
                      </a:schemeClr>
                    </a:solidFill>
                  </a:tcPr>
                </a:tc>
                <a:extLst>
                  <a:ext uri="{0D108BD9-81ED-4DB2-BD59-A6C34878D82A}">
                    <a16:rowId xmlns:a16="http://schemas.microsoft.com/office/drawing/2014/main" val="10001"/>
                  </a:ext>
                </a:extLst>
              </a:tr>
              <a:tr h="413280">
                <a:tc>
                  <a:txBody>
                    <a:bodyPr/>
                    <a:lstStyle/>
                    <a:p>
                      <a:pPr>
                        <a:lnSpc>
                          <a:spcPct val="115000"/>
                        </a:lnSpc>
                        <a:spcAft>
                          <a:spcPts val="1001"/>
                        </a:spcAft>
                      </a:pPr>
                      <a:r>
                        <a:rPr lang="en-US" sz="1100" b="1" strike="noStrike" spc="-1">
                          <a:solidFill>
                            <a:schemeClr val="lt1"/>
                          </a:solidFill>
                          <a:latin typeface="Arial"/>
                          <a:ea typeface="Arial"/>
                        </a:rPr>
                        <a:t>Sécurité</a:t>
                      </a:r>
                      <a:endParaRPr lang="fr-FR" sz="1100" b="0" strike="noStrike" spc="-1">
                        <a:solidFill>
                          <a:srgbClr val="FFFFFF"/>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solidFill>
                  </a:tcPr>
                </a:tc>
                <a:tc>
                  <a:txBody>
                    <a:bodyPr/>
                    <a:lstStyle/>
                    <a:p>
                      <a:pPr>
                        <a:lnSpc>
                          <a:spcPct val="115000"/>
                        </a:lnSpc>
                        <a:spcAft>
                          <a:spcPts val="1001"/>
                        </a:spcAft>
                      </a:pPr>
                      <a:r>
                        <a:rPr lang="en-US" sz="1100" b="0" strike="noStrike" spc="-1">
                          <a:solidFill>
                            <a:schemeClr val="dk1"/>
                          </a:solidFill>
                          <a:latin typeface="Arial"/>
                          <a:ea typeface="Arial"/>
                        </a:rPr>
                        <a:t>Certificats numériques, chiffrement, logs</a:t>
                      </a:r>
                      <a:endParaRPr lang="fr-FR" sz="1100" b="0" strike="noStrike" spc="-1">
                        <a:solidFill>
                          <a:srgbClr val="000000"/>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tint val="20000"/>
                      </a:schemeClr>
                    </a:solidFill>
                  </a:tcPr>
                </a:tc>
                <a:tc>
                  <a:txBody>
                    <a:bodyPr/>
                    <a:lstStyle/>
                    <a:p>
                      <a:pPr>
                        <a:lnSpc>
                          <a:spcPct val="115000"/>
                        </a:lnSpc>
                        <a:spcAft>
                          <a:spcPts val="1001"/>
                        </a:spcAft>
                      </a:pPr>
                      <a:r>
                        <a:rPr lang="en-US" sz="1100" b="0" strike="noStrike" spc="-1">
                          <a:solidFill>
                            <a:schemeClr val="dk1"/>
                          </a:solidFill>
                          <a:latin typeface="Arial"/>
                          <a:ea typeface="Arial"/>
                        </a:rPr>
                        <a:t>Chiffrement, hachage, consensus</a:t>
                      </a:r>
                      <a:endParaRPr lang="fr-FR" sz="1100" b="0" strike="noStrike" spc="-1">
                        <a:solidFill>
                          <a:srgbClr val="000000"/>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tint val="20000"/>
                      </a:schemeClr>
                    </a:solidFill>
                  </a:tcPr>
                </a:tc>
                <a:extLst>
                  <a:ext uri="{0D108BD9-81ED-4DB2-BD59-A6C34878D82A}">
                    <a16:rowId xmlns:a16="http://schemas.microsoft.com/office/drawing/2014/main" val="10002"/>
                  </a:ext>
                </a:extLst>
              </a:tr>
              <a:tr h="413280">
                <a:tc>
                  <a:txBody>
                    <a:bodyPr/>
                    <a:lstStyle/>
                    <a:p>
                      <a:pPr>
                        <a:lnSpc>
                          <a:spcPct val="115000"/>
                        </a:lnSpc>
                        <a:spcAft>
                          <a:spcPts val="1001"/>
                        </a:spcAft>
                      </a:pPr>
                      <a:r>
                        <a:rPr lang="en-US" sz="1100" b="1" strike="noStrike" spc="-1">
                          <a:solidFill>
                            <a:schemeClr val="lt1"/>
                          </a:solidFill>
                          <a:latin typeface="Arial"/>
                          <a:ea typeface="Arial"/>
                        </a:rPr>
                        <a:t>Traçabilité</a:t>
                      </a:r>
                      <a:endParaRPr lang="fr-FR" sz="1100" b="0" strike="noStrike" spc="-1">
                        <a:solidFill>
                          <a:srgbClr val="FFFFFF"/>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solidFill>
                  </a:tcPr>
                </a:tc>
                <a:tc>
                  <a:txBody>
                    <a:bodyPr/>
                    <a:lstStyle/>
                    <a:p>
                      <a:pPr>
                        <a:lnSpc>
                          <a:spcPct val="115000"/>
                        </a:lnSpc>
                        <a:spcAft>
                          <a:spcPts val="1001"/>
                        </a:spcAft>
                      </a:pPr>
                      <a:r>
                        <a:rPr lang="en-US" sz="1100" b="0" strike="noStrike" spc="-1">
                          <a:solidFill>
                            <a:schemeClr val="dk1"/>
                          </a:solidFill>
                          <a:latin typeface="Arial"/>
                          <a:ea typeface="Arial"/>
                        </a:rPr>
                        <a:t>Logs d’audit contrôlés</a:t>
                      </a:r>
                      <a:endParaRPr lang="fr-FR" sz="1100" b="0" strike="noStrike" spc="-1">
                        <a:solidFill>
                          <a:srgbClr val="000000"/>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tint val="40000"/>
                      </a:schemeClr>
                    </a:solidFill>
                  </a:tcPr>
                </a:tc>
                <a:tc>
                  <a:txBody>
                    <a:bodyPr/>
                    <a:lstStyle/>
                    <a:p>
                      <a:pPr>
                        <a:lnSpc>
                          <a:spcPct val="115000"/>
                        </a:lnSpc>
                        <a:spcAft>
                          <a:spcPts val="1001"/>
                        </a:spcAft>
                      </a:pPr>
                      <a:r>
                        <a:rPr lang="en-US" sz="1100" b="0" strike="noStrike" spc="-1">
                          <a:solidFill>
                            <a:schemeClr val="dk1"/>
                          </a:solidFill>
                          <a:latin typeface="Arial"/>
                          <a:ea typeface="Arial"/>
                        </a:rPr>
                        <a:t>Historique immuable partagé</a:t>
                      </a:r>
                      <a:endParaRPr lang="fr-FR" sz="1100" b="0" strike="noStrike" spc="-1">
                        <a:solidFill>
                          <a:srgbClr val="000000"/>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tint val="40000"/>
                      </a:schemeClr>
                    </a:solidFill>
                  </a:tcPr>
                </a:tc>
                <a:extLst>
                  <a:ext uri="{0D108BD9-81ED-4DB2-BD59-A6C34878D82A}">
                    <a16:rowId xmlns:a16="http://schemas.microsoft.com/office/drawing/2014/main" val="10003"/>
                  </a:ext>
                </a:extLst>
              </a:tr>
              <a:tr h="413280">
                <a:tc>
                  <a:txBody>
                    <a:bodyPr/>
                    <a:lstStyle/>
                    <a:p>
                      <a:pPr>
                        <a:lnSpc>
                          <a:spcPct val="115000"/>
                        </a:lnSpc>
                        <a:spcAft>
                          <a:spcPts val="1001"/>
                        </a:spcAft>
                      </a:pPr>
                      <a:r>
                        <a:rPr lang="en-US" sz="1100" b="1" strike="noStrike" spc="-1">
                          <a:solidFill>
                            <a:schemeClr val="lt1"/>
                          </a:solidFill>
                          <a:latin typeface="Arial"/>
                          <a:ea typeface="Arial"/>
                        </a:rPr>
                        <a:t>Performance</a:t>
                      </a:r>
                      <a:endParaRPr lang="fr-FR" sz="1100" b="0" strike="noStrike" spc="-1">
                        <a:solidFill>
                          <a:srgbClr val="FFFFFF"/>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solidFill>
                  </a:tcPr>
                </a:tc>
                <a:tc>
                  <a:txBody>
                    <a:bodyPr/>
                    <a:lstStyle/>
                    <a:p>
                      <a:pPr>
                        <a:lnSpc>
                          <a:spcPct val="115000"/>
                        </a:lnSpc>
                        <a:spcAft>
                          <a:spcPts val="1001"/>
                        </a:spcAft>
                      </a:pPr>
                      <a:r>
                        <a:rPr lang="en-US" sz="1100" b="0" strike="noStrike" spc="-1" dirty="0" err="1">
                          <a:solidFill>
                            <a:schemeClr val="dk1"/>
                          </a:solidFill>
                          <a:latin typeface="Arial"/>
                          <a:ea typeface="Arial"/>
                        </a:rPr>
                        <a:t>Échange</a:t>
                      </a:r>
                      <a:r>
                        <a:rPr lang="en-US" sz="1100" b="0" strike="noStrike" spc="-1" dirty="0">
                          <a:solidFill>
                            <a:schemeClr val="dk1"/>
                          </a:solidFill>
                          <a:latin typeface="Arial"/>
                          <a:ea typeface="Arial"/>
                        </a:rPr>
                        <a:t> </a:t>
                      </a:r>
                      <a:r>
                        <a:rPr lang="en-US" sz="1100" b="0" strike="noStrike" spc="-1" dirty="0" err="1">
                          <a:solidFill>
                            <a:schemeClr val="dk1"/>
                          </a:solidFill>
                          <a:latin typeface="Arial"/>
                          <a:ea typeface="Arial"/>
                        </a:rPr>
                        <a:t>rapide</a:t>
                      </a:r>
                      <a:r>
                        <a:rPr lang="en-US" sz="1100" b="0" strike="noStrike" spc="-1" dirty="0">
                          <a:solidFill>
                            <a:schemeClr val="dk1"/>
                          </a:solidFill>
                          <a:latin typeface="Arial"/>
                          <a:ea typeface="Arial"/>
                        </a:rPr>
                        <a:t> de données</a:t>
                      </a:r>
                      <a:endParaRPr lang="fr-FR" sz="1100" b="0" strike="noStrike" spc="-1" dirty="0">
                        <a:solidFill>
                          <a:srgbClr val="000000"/>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tint val="20000"/>
                      </a:schemeClr>
                    </a:solidFill>
                  </a:tcPr>
                </a:tc>
                <a:tc>
                  <a:txBody>
                    <a:bodyPr/>
                    <a:lstStyle/>
                    <a:p>
                      <a:pPr>
                        <a:lnSpc>
                          <a:spcPct val="115000"/>
                        </a:lnSpc>
                        <a:spcAft>
                          <a:spcPts val="1001"/>
                        </a:spcAft>
                      </a:pPr>
                      <a:r>
                        <a:rPr lang="en-US" sz="1100" b="0" strike="noStrike" spc="-1">
                          <a:solidFill>
                            <a:schemeClr val="dk1"/>
                          </a:solidFill>
                          <a:latin typeface="Arial"/>
                          <a:ea typeface="Arial"/>
                        </a:rPr>
                        <a:t>Moins rapide (surtout en public blockchain)</a:t>
                      </a:r>
                      <a:endParaRPr lang="fr-FR" sz="1100" b="0" strike="noStrike" spc="-1">
                        <a:solidFill>
                          <a:srgbClr val="000000"/>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tint val="20000"/>
                      </a:schemeClr>
                    </a:solidFill>
                  </a:tcPr>
                </a:tc>
                <a:extLst>
                  <a:ext uri="{0D108BD9-81ED-4DB2-BD59-A6C34878D82A}">
                    <a16:rowId xmlns:a16="http://schemas.microsoft.com/office/drawing/2014/main" val="10004"/>
                  </a:ext>
                </a:extLst>
              </a:tr>
              <a:tr h="628920">
                <a:tc>
                  <a:txBody>
                    <a:bodyPr/>
                    <a:lstStyle/>
                    <a:p>
                      <a:pPr>
                        <a:lnSpc>
                          <a:spcPct val="115000"/>
                        </a:lnSpc>
                        <a:spcAft>
                          <a:spcPts val="1001"/>
                        </a:spcAft>
                      </a:pPr>
                      <a:r>
                        <a:rPr lang="en-US" sz="1100" b="1" strike="noStrike" spc="-1">
                          <a:solidFill>
                            <a:schemeClr val="lt1"/>
                          </a:solidFill>
                          <a:latin typeface="Arial"/>
                          <a:ea typeface="Arial"/>
                        </a:rPr>
                        <a:t>Cas d’usage</a:t>
                      </a:r>
                      <a:endParaRPr lang="fr-FR" sz="1100" b="0" strike="noStrike" spc="-1">
                        <a:solidFill>
                          <a:srgbClr val="FFFFFF"/>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solidFill>
                  </a:tcPr>
                </a:tc>
                <a:tc>
                  <a:txBody>
                    <a:bodyPr/>
                    <a:lstStyle/>
                    <a:p>
                      <a:pPr>
                        <a:lnSpc>
                          <a:spcPct val="115000"/>
                        </a:lnSpc>
                        <a:spcAft>
                          <a:spcPts val="1001"/>
                        </a:spcAft>
                      </a:pPr>
                      <a:r>
                        <a:rPr lang="en-US" sz="1100" b="0" strike="noStrike" spc="-1">
                          <a:solidFill>
                            <a:schemeClr val="dk1"/>
                          </a:solidFill>
                          <a:latin typeface="Arial"/>
                          <a:ea typeface="Arial"/>
                        </a:rPr>
                        <a:t>Services publics, santé, données critiques</a:t>
                      </a:r>
                      <a:endParaRPr lang="fr-FR" sz="1100" b="0" strike="noStrike" spc="-1">
                        <a:solidFill>
                          <a:srgbClr val="000000"/>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tint val="40000"/>
                      </a:schemeClr>
                    </a:solidFill>
                  </a:tcPr>
                </a:tc>
                <a:tc>
                  <a:txBody>
                    <a:bodyPr/>
                    <a:lstStyle/>
                    <a:p>
                      <a:pPr>
                        <a:lnSpc>
                          <a:spcPct val="115000"/>
                        </a:lnSpc>
                        <a:spcAft>
                          <a:spcPts val="1001"/>
                        </a:spcAft>
                      </a:pPr>
                      <a:r>
                        <a:rPr lang="en-US" sz="1100" b="0" strike="noStrike" spc="-1">
                          <a:solidFill>
                            <a:schemeClr val="dk1"/>
                          </a:solidFill>
                          <a:latin typeface="Arial"/>
                          <a:ea typeface="Arial"/>
                        </a:rPr>
                        <a:t>Crypto, contrats intelligents, finance décentralisée</a:t>
                      </a:r>
                      <a:endParaRPr lang="fr-FR" sz="1100" b="0" strike="noStrike" spc="-1">
                        <a:solidFill>
                          <a:srgbClr val="000000"/>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tint val="40000"/>
                      </a:schemeClr>
                    </a:solidFill>
                  </a:tcPr>
                </a:tc>
                <a:extLst>
                  <a:ext uri="{0D108BD9-81ED-4DB2-BD59-A6C34878D82A}">
                    <a16:rowId xmlns:a16="http://schemas.microsoft.com/office/drawing/2014/main" val="10005"/>
                  </a:ext>
                </a:extLst>
              </a:tr>
              <a:tr h="413280">
                <a:tc>
                  <a:txBody>
                    <a:bodyPr/>
                    <a:lstStyle/>
                    <a:p>
                      <a:pPr>
                        <a:lnSpc>
                          <a:spcPct val="115000"/>
                        </a:lnSpc>
                        <a:spcAft>
                          <a:spcPts val="1001"/>
                        </a:spcAft>
                      </a:pPr>
                      <a:r>
                        <a:rPr lang="en-US" sz="1100" b="1" strike="noStrike" spc="-1">
                          <a:solidFill>
                            <a:schemeClr val="lt1"/>
                          </a:solidFill>
                          <a:latin typeface="Arial"/>
                          <a:ea typeface="Arial"/>
                        </a:rPr>
                        <a:t>Interopérabilité</a:t>
                      </a:r>
                      <a:endParaRPr lang="fr-FR" sz="1100" b="0" strike="noStrike" spc="-1">
                        <a:solidFill>
                          <a:srgbClr val="FFFFFF"/>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solidFill>
                  </a:tcPr>
                </a:tc>
                <a:tc>
                  <a:txBody>
                    <a:bodyPr/>
                    <a:lstStyle/>
                    <a:p>
                      <a:pPr>
                        <a:lnSpc>
                          <a:spcPct val="115000"/>
                        </a:lnSpc>
                        <a:spcAft>
                          <a:spcPts val="1001"/>
                        </a:spcAft>
                      </a:pPr>
                      <a:r>
                        <a:rPr lang="en-US" sz="1100" b="0" strike="noStrike" spc="-1">
                          <a:solidFill>
                            <a:schemeClr val="dk1"/>
                          </a:solidFill>
                          <a:latin typeface="Arial"/>
                          <a:ea typeface="Arial"/>
                        </a:rPr>
                        <a:t>Forte, en temps réel</a:t>
                      </a:r>
                      <a:endParaRPr lang="fr-FR" sz="1100" b="0" strike="noStrike" spc="-1">
                        <a:solidFill>
                          <a:srgbClr val="000000"/>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tint val="20000"/>
                      </a:schemeClr>
                    </a:solidFill>
                  </a:tcPr>
                </a:tc>
                <a:tc>
                  <a:txBody>
                    <a:bodyPr/>
                    <a:lstStyle/>
                    <a:p>
                      <a:pPr>
                        <a:lnSpc>
                          <a:spcPct val="115000"/>
                        </a:lnSpc>
                        <a:spcAft>
                          <a:spcPts val="1001"/>
                        </a:spcAft>
                      </a:pPr>
                      <a:r>
                        <a:rPr lang="en-US" sz="1100" b="0" strike="noStrike" spc="-1">
                          <a:solidFill>
                            <a:schemeClr val="dk1"/>
                          </a:solidFill>
                          <a:latin typeface="Arial"/>
                          <a:ea typeface="Arial"/>
                        </a:rPr>
                        <a:t>Faible ou limitée selon la chaîne</a:t>
                      </a:r>
                      <a:endParaRPr lang="fr-FR" sz="1100" b="0" strike="noStrike" spc="-1">
                        <a:solidFill>
                          <a:srgbClr val="000000"/>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tint val="20000"/>
                      </a:schemeClr>
                    </a:solidFill>
                  </a:tcPr>
                </a:tc>
                <a:extLst>
                  <a:ext uri="{0D108BD9-81ED-4DB2-BD59-A6C34878D82A}">
                    <a16:rowId xmlns:a16="http://schemas.microsoft.com/office/drawing/2014/main" val="10006"/>
                  </a:ext>
                </a:extLst>
              </a:tr>
              <a:tr h="197280">
                <a:tc>
                  <a:txBody>
                    <a:bodyPr/>
                    <a:lstStyle/>
                    <a:p>
                      <a:pPr>
                        <a:lnSpc>
                          <a:spcPct val="115000"/>
                        </a:lnSpc>
                        <a:spcAft>
                          <a:spcPts val="1001"/>
                        </a:spcAft>
                      </a:pPr>
                      <a:r>
                        <a:rPr lang="en-US" sz="1100" b="1" strike="noStrike" spc="-1">
                          <a:solidFill>
                            <a:schemeClr val="lt1"/>
                          </a:solidFill>
                          <a:latin typeface="Arial"/>
                          <a:ea typeface="Arial"/>
                        </a:rPr>
                        <a:t>Registre partagé ?</a:t>
                      </a:r>
                      <a:endParaRPr lang="fr-FR" sz="1100" b="0" strike="noStrike" spc="-1">
                        <a:solidFill>
                          <a:srgbClr val="FFFFFF"/>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solidFill>
                  </a:tcPr>
                </a:tc>
                <a:tc>
                  <a:txBody>
                    <a:bodyPr/>
                    <a:lstStyle/>
                    <a:p>
                      <a:pPr>
                        <a:lnSpc>
                          <a:spcPct val="115000"/>
                        </a:lnSpc>
                        <a:spcAft>
                          <a:spcPts val="1001"/>
                        </a:spcAft>
                      </a:pPr>
                      <a:r>
                        <a:rPr lang="en-US" sz="1100" b="0" strike="noStrike" spc="-1">
                          <a:solidFill>
                            <a:schemeClr val="dk1"/>
                          </a:solidFill>
                          <a:latin typeface="Arial"/>
                          <a:ea typeface="Arial"/>
                        </a:rPr>
                        <a:t>Non</a:t>
                      </a:r>
                      <a:endParaRPr lang="fr-FR" sz="1100" b="0" strike="noStrike" spc="-1">
                        <a:solidFill>
                          <a:srgbClr val="000000"/>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tint val="40000"/>
                      </a:schemeClr>
                    </a:solidFill>
                  </a:tcPr>
                </a:tc>
                <a:tc>
                  <a:txBody>
                    <a:bodyPr/>
                    <a:lstStyle/>
                    <a:p>
                      <a:pPr>
                        <a:lnSpc>
                          <a:spcPct val="115000"/>
                        </a:lnSpc>
                        <a:spcAft>
                          <a:spcPts val="1001"/>
                        </a:spcAft>
                      </a:pPr>
                      <a:r>
                        <a:rPr lang="en-US" sz="1100" b="0" strike="noStrike" spc="-1" dirty="0">
                          <a:solidFill>
                            <a:schemeClr val="dk1"/>
                          </a:solidFill>
                          <a:latin typeface="Arial"/>
                          <a:ea typeface="Arial"/>
                        </a:rPr>
                        <a:t>Oui (ledger </a:t>
                      </a:r>
                      <a:r>
                        <a:rPr lang="en-US" sz="1100" b="0" strike="noStrike" spc="-1" dirty="0" err="1">
                          <a:solidFill>
                            <a:schemeClr val="dk1"/>
                          </a:solidFill>
                          <a:latin typeface="Arial"/>
                          <a:ea typeface="Arial"/>
                        </a:rPr>
                        <a:t>partagé</a:t>
                      </a:r>
                      <a:r>
                        <a:rPr lang="en-US" sz="1100" b="0" strike="noStrike" spc="-1" dirty="0">
                          <a:solidFill>
                            <a:schemeClr val="dk1"/>
                          </a:solidFill>
                          <a:latin typeface="Arial"/>
                          <a:ea typeface="Arial"/>
                        </a:rPr>
                        <a:t>)</a:t>
                      </a:r>
                      <a:endParaRPr lang="fr-FR" sz="1100" b="0" strike="noStrike" spc="-1" dirty="0">
                        <a:solidFill>
                          <a:srgbClr val="000000"/>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tint val="40000"/>
                      </a:schemeClr>
                    </a:solidFill>
                  </a:tcPr>
                </a:tc>
                <a:extLst>
                  <a:ext uri="{0D108BD9-81ED-4DB2-BD59-A6C34878D82A}">
                    <a16:rowId xmlns:a16="http://schemas.microsoft.com/office/drawing/2014/main" val="10007"/>
                  </a:ext>
                </a:extLst>
              </a:tr>
              <a:tr h="413280">
                <a:tc>
                  <a:txBody>
                    <a:bodyPr/>
                    <a:lstStyle/>
                    <a:p>
                      <a:pPr>
                        <a:lnSpc>
                          <a:spcPct val="115000"/>
                        </a:lnSpc>
                        <a:spcAft>
                          <a:spcPts val="1001"/>
                        </a:spcAft>
                      </a:pPr>
                      <a:r>
                        <a:rPr lang="en-US" sz="1100" b="1" strike="noStrike" spc="-1">
                          <a:solidFill>
                            <a:schemeClr val="lt1"/>
                          </a:solidFill>
                          <a:latin typeface="Arial"/>
                          <a:ea typeface="Arial"/>
                        </a:rPr>
                        <a:t>Logique</a:t>
                      </a:r>
                      <a:endParaRPr lang="fr-FR" sz="1100" b="0" strike="noStrike" spc="-1">
                        <a:solidFill>
                          <a:srgbClr val="FFFFFF"/>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solidFill>
                  </a:tcPr>
                </a:tc>
                <a:tc>
                  <a:txBody>
                    <a:bodyPr/>
                    <a:lstStyle/>
                    <a:p>
                      <a:pPr>
                        <a:lnSpc>
                          <a:spcPct val="115000"/>
                        </a:lnSpc>
                        <a:spcAft>
                          <a:spcPts val="1001"/>
                        </a:spcAft>
                      </a:pPr>
                      <a:r>
                        <a:rPr lang="en-US" sz="1100" b="0" strike="noStrike" spc="-1">
                          <a:solidFill>
                            <a:schemeClr val="dk1"/>
                          </a:solidFill>
                          <a:latin typeface="Arial"/>
                          <a:ea typeface="Arial"/>
                        </a:rPr>
                        <a:t>Gouvernance par une autorité</a:t>
                      </a:r>
                      <a:endParaRPr lang="fr-FR" sz="1100" b="0" strike="noStrike" spc="-1">
                        <a:solidFill>
                          <a:srgbClr val="000000"/>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tint val="20000"/>
                      </a:schemeClr>
                    </a:solidFill>
                  </a:tcPr>
                </a:tc>
                <a:tc>
                  <a:txBody>
                    <a:bodyPr/>
                    <a:lstStyle/>
                    <a:p>
                      <a:pPr>
                        <a:lnSpc>
                          <a:spcPct val="115000"/>
                        </a:lnSpc>
                        <a:spcAft>
                          <a:spcPts val="1001"/>
                        </a:spcAft>
                      </a:pPr>
                      <a:r>
                        <a:rPr lang="en-US" sz="1100" b="0" strike="noStrike" spc="-1" dirty="0" err="1">
                          <a:solidFill>
                            <a:schemeClr val="dk1"/>
                          </a:solidFill>
                          <a:latin typeface="Arial"/>
                          <a:ea typeface="Arial"/>
                        </a:rPr>
                        <a:t>Gouvernance</a:t>
                      </a:r>
                      <a:r>
                        <a:rPr lang="en-US" sz="1100" b="0" strike="noStrike" spc="-1" dirty="0">
                          <a:solidFill>
                            <a:schemeClr val="dk1"/>
                          </a:solidFill>
                          <a:latin typeface="Arial"/>
                          <a:ea typeface="Arial"/>
                        </a:rPr>
                        <a:t> </a:t>
                      </a:r>
                      <a:r>
                        <a:rPr lang="en-US" sz="1100" b="0" strike="noStrike" spc="-1" dirty="0" err="1">
                          <a:solidFill>
                            <a:schemeClr val="dk1"/>
                          </a:solidFill>
                          <a:latin typeface="Arial"/>
                          <a:ea typeface="Arial"/>
                        </a:rPr>
                        <a:t>communautaire</a:t>
                      </a:r>
                      <a:endParaRPr lang="fr-FR" sz="1100" b="0" strike="noStrike" spc="-1" dirty="0">
                        <a:solidFill>
                          <a:srgbClr val="000000"/>
                        </a:solidFill>
                        <a:latin typeface="Arial"/>
                      </a:endParaRPr>
                    </a:p>
                  </a:txBody>
                  <a:tcPr marL="68400" marR="68400">
                    <a:lnL w="12240">
                      <a:solidFill>
                        <a:srgbClr val="F5F8FF"/>
                      </a:solidFill>
                      <a:prstDash val="solid"/>
                    </a:lnL>
                    <a:lnR w="12240">
                      <a:solidFill>
                        <a:srgbClr val="F5F8FF"/>
                      </a:solidFill>
                      <a:prstDash val="solid"/>
                    </a:lnR>
                    <a:lnT w="12240">
                      <a:solidFill>
                        <a:srgbClr val="F5F8FF"/>
                      </a:solidFill>
                      <a:prstDash val="solid"/>
                    </a:lnT>
                    <a:lnB w="12240">
                      <a:solidFill>
                        <a:srgbClr val="F5F8FF"/>
                      </a:solidFill>
                      <a:prstDash val="solid"/>
                    </a:lnB>
                    <a:solidFill>
                      <a:schemeClr val="accent1">
                        <a:tint val="20000"/>
                      </a:schemeClr>
                    </a:solid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172"/>
                                        </p:tgtEl>
                                        <p:attrNameLst>
                                          <p:attrName>style.visibility</p:attrName>
                                        </p:attrNameLst>
                                      </p:cBhvr>
                                      <p:to>
                                        <p:strVal val="visible"/>
                                      </p:to>
                                    </p:set>
                                    <p:animEffect transition="in" filter="box(out)">
                                      <p:cBhvr>
                                        <p:cTn id="7" dur="2000"/>
                                        <p:tgtEl>
                                          <p:spTgt spid="1172"/>
                                        </p:tgtEl>
                                      </p:cBhvr>
                                    </p:animEffect>
                                  </p:childTnLst>
                                </p:cTn>
                              </p:par>
                              <p:par>
                                <p:cTn id="8" presetID="4" presetClass="entr" presetSubtype="32" fill="hold" nodeType="withEffect">
                                  <p:stCondLst>
                                    <p:cond delay="0"/>
                                  </p:stCondLst>
                                  <p:childTnLst>
                                    <p:set>
                                      <p:cBhvr>
                                        <p:cTn id="9" dur="1" fill="hold">
                                          <p:stCondLst>
                                            <p:cond delay="0"/>
                                          </p:stCondLst>
                                        </p:cTn>
                                        <p:tgtEl>
                                          <p:spTgt spid="1173"/>
                                        </p:tgtEl>
                                        <p:attrNameLst>
                                          <p:attrName>style.visibility</p:attrName>
                                        </p:attrNameLst>
                                      </p:cBhvr>
                                      <p:to>
                                        <p:strVal val="visible"/>
                                      </p:to>
                                    </p:set>
                                    <p:animEffect transition="in" filter="box(out)">
                                      <p:cBhvr>
                                        <p:cTn id="10" dur="2000"/>
                                        <p:tgtEl>
                                          <p:spTgt spid="1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0" name="PlaceHolder 1"/>
          <p:cNvSpPr>
            <a:spLocks noGrp="1"/>
          </p:cNvSpPr>
          <p:nvPr>
            <p:ph type="subTitle"/>
          </p:nvPr>
        </p:nvSpPr>
        <p:spPr>
          <a:xfrm>
            <a:off x="716760" y="1314360"/>
            <a:ext cx="7710480" cy="3488040"/>
          </a:xfrm>
          <a:prstGeom prst="rect">
            <a:avLst/>
          </a:prstGeom>
          <a:noFill/>
          <a:ln w="0">
            <a:noFill/>
          </a:ln>
        </p:spPr>
        <p:txBody>
          <a:bodyPr lIns="91440" tIns="91440" rIns="91440" bIns="91440" anchor="t">
            <a:noAutofit/>
          </a:bodyPr>
          <a:lstStyle/>
          <a:p>
            <a:pPr marL="0" indent="0">
              <a:lnSpc>
                <a:spcPct val="150000"/>
              </a:lnSpc>
              <a:buNone/>
              <a:tabLst>
                <a:tab pos="0" algn="l"/>
              </a:tabLst>
            </a:pPr>
            <a:r>
              <a:rPr lang="en" sz="1400" b="0" strike="noStrike" spc="-1" dirty="0">
                <a:solidFill>
                  <a:schemeClr val="dk1"/>
                </a:solidFill>
                <a:latin typeface="Poppins"/>
                <a:ea typeface="Poppins"/>
              </a:rPr>
              <a:t>Une fois générés, les ordonnances et arrêts maladies documents sont :</a:t>
            </a:r>
            <a:endParaRPr lang="fr-FR" sz="1400" b="0" strike="noStrike" spc="-1" dirty="0">
              <a:solidFill>
                <a:srgbClr val="000000"/>
              </a:solidFill>
              <a:latin typeface="Arial"/>
            </a:endParaRPr>
          </a:p>
          <a:p>
            <a:pPr>
              <a:lnSpc>
                <a:spcPct val="150000"/>
              </a:lnSpc>
              <a:tabLst>
                <a:tab pos="0" algn="l"/>
              </a:tabLst>
            </a:pPr>
            <a:r>
              <a:rPr lang="en" sz="1400" spc="-1" dirty="0">
                <a:solidFill>
                  <a:schemeClr val="dk1"/>
                </a:solidFill>
                <a:latin typeface="Poppins"/>
                <a:ea typeface="Poppins"/>
              </a:rPr>
              <a:t>E</a:t>
            </a:r>
            <a:r>
              <a:rPr lang="en" sz="1400" b="0" strike="noStrike" spc="-1" dirty="0">
                <a:solidFill>
                  <a:schemeClr val="dk1"/>
                </a:solidFill>
                <a:latin typeface="Poppins"/>
                <a:ea typeface="Poppins"/>
              </a:rPr>
              <a:t>nregistrés dans la carte CHIFA, ensuite transférés vers le flux d’informations de X-Road.</a:t>
            </a:r>
            <a:endParaRPr lang="fr-FR" sz="1400" b="0" strike="noStrike" spc="-1" dirty="0">
              <a:solidFill>
                <a:srgbClr val="000000"/>
              </a:solidFill>
              <a:latin typeface="Arial"/>
            </a:endParaRPr>
          </a:p>
          <a:p>
            <a:pPr>
              <a:lnSpc>
                <a:spcPct val="150000"/>
              </a:lnSpc>
              <a:tabLst>
                <a:tab pos="0" algn="l"/>
              </a:tabLst>
            </a:pPr>
            <a:r>
              <a:rPr lang="en" sz="1400" b="0" strike="noStrike" spc="-1" dirty="0">
                <a:solidFill>
                  <a:schemeClr val="dk1"/>
                </a:solidFill>
                <a:latin typeface="Poppins"/>
                <a:ea typeface="Poppins"/>
              </a:rPr>
              <a:t>Les ordonnances seront accessibles uniquement aux organismes habilités (CNAS, professionnels, assurés via espace personnel).</a:t>
            </a:r>
            <a:endParaRPr lang="fr-FR" sz="1400" b="0" strike="noStrike" spc="-1" dirty="0">
              <a:solidFill>
                <a:srgbClr val="000000"/>
              </a:solidFill>
              <a:latin typeface="Arial"/>
            </a:endParaRPr>
          </a:p>
          <a:p>
            <a:pPr>
              <a:lnSpc>
                <a:spcPct val="150000"/>
              </a:lnSpc>
              <a:tabLst>
                <a:tab pos="0" algn="l"/>
              </a:tabLst>
            </a:pPr>
            <a:r>
              <a:rPr lang="en" sz="1400" b="0" strike="noStrike" spc="-1" dirty="0">
                <a:solidFill>
                  <a:schemeClr val="dk1"/>
                </a:solidFill>
                <a:latin typeface="Poppins"/>
                <a:ea typeface="Poppins"/>
              </a:rPr>
              <a:t>Les arrêts maladies peuvent être consultés par les employeurs.</a:t>
            </a:r>
            <a:endParaRPr lang="fr-FR" sz="1400" b="0" strike="noStrike" spc="-1" dirty="0">
              <a:solidFill>
                <a:srgbClr val="000000"/>
              </a:solidFill>
              <a:latin typeface="Arial"/>
            </a:endParaRPr>
          </a:p>
        </p:txBody>
      </p:sp>
      <p:sp>
        <p:nvSpPr>
          <p:cNvPr id="1171" name="PlaceHolder 2"/>
          <p:cNvSpPr>
            <a:spLocks noGrp="1"/>
          </p:cNvSpPr>
          <p:nvPr>
            <p:ph type="title"/>
          </p:nvPr>
        </p:nvSpPr>
        <p:spPr>
          <a:xfrm>
            <a:off x="720000" y="444960"/>
            <a:ext cx="8150400" cy="1074240"/>
          </a:xfrm>
          <a:prstGeom prst="rect">
            <a:avLst/>
          </a:prstGeom>
          <a:noFill/>
          <a:ln w="0">
            <a:noFill/>
          </a:ln>
        </p:spPr>
        <p:txBody>
          <a:bodyPr lIns="91440" tIns="91440" rIns="91440" bIns="91440" anchor="t">
            <a:noAutofit/>
          </a:bodyPr>
          <a:lstStyle/>
          <a:p>
            <a:pPr indent="0">
              <a:lnSpc>
                <a:spcPct val="100000"/>
              </a:lnSpc>
              <a:buNone/>
              <a:tabLst>
                <a:tab pos="0" algn="l"/>
              </a:tabLst>
            </a:pPr>
            <a:r>
              <a:rPr lang="en" sz="2600" b="1" strike="noStrike" spc="-1" dirty="0">
                <a:solidFill>
                  <a:schemeClr val="dk2"/>
                </a:solidFill>
                <a:latin typeface="Poppins"/>
                <a:ea typeface="IBM Plex Mono"/>
              </a:rPr>
              <a:t>Stockage et sécurisation des données:</a:t>
            </a:r>
            <a:endParaRPr lang="fr-FR" sz="26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71"/>
                                        </p:tgtEl>
                                        <p:attrNameLst>
                                          <p:attrName>style.visibility</p:attrName>
                                        </p:attrNameLst>
                                      </p:cBhvr>
                                      <p:to>
                                        <p:strVal val="visible"/>
                                      </p:to>
                                    </p:set>
                                    <p:animEffect transition="in" filter="fade">
                                      <p:cBhvr>
                                        <p:cTn id="7" dur="1000"/>
                                        <p:tgtEl>
                                          <p:spTgt spid="1171"/>
                                        </p:tgtEl>
                                      </p:cBhvr>
                                    </p:animEffect>
                                    <p:anim calcmode="lin" valueType="num">
                                      <p:cBhvr>
                                        <p:cTn id="8" dur="1000" fill="hold"/>
                                        <p:tgtEl>
                                          <p:spTgt spid="1171"/>
                                        </p:tgtEl>
                                        <p:attrNameLst>
                                          <p:attrName>ppt_x</p:attrName>
                                        </p:attrNameLst>
                                      </p:cBhvr>
                                      <p:tavLst>
                                        <p:tav tm="0">
                                          <p:val>
                                            <p:strVal val="#ppt_x"/>
                                          </p:val>
                                        </p:tav>
                                        <p:tav tm="100000">
                                          <p:val>
                                            <p:strVal val="#ppt_x"/>
                                          </p:val>
                                        </p:tav>
                                      </p:tavLst>
                                    </p:anim>
                                    <p:anim calcmode="lin" valueType="num">
                                      <p:cBhvr>
                                        <p:cTn id="9" dur="1000" fill="hold"/>
                                        <p:tgtEl>
                                          <p:spTgt spid="117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70">
                                            <p:txEl>
                                              <p:pRg st="0" end="0"/>
                                            </p:txEl>
                                          </p:spTgt>
                                        </p:tgtEl>
                                        <p:attrNameLst>
                                          <p:attrName>style.visibility</p:attrName>
                                        </p:attrNameLst>
                                      </p:cBhvr>
                                      <p:to>
                                        <p:strVal val="visible"/>
                                      </p:to>
                                    </p:set>
                                    <p:animEffect transition="in" filter="fade">
                                      <p:cBhvr>
                                        <p:cTn id="12" dur="1000"/>
                                        <p:tgtEl>
                                          <p:spTgt spid="1170">
                                            <p:txEl>
                                              <p:pRg st="0" end="0"/>
                                            </p:txEl>
                                          </p:spTgt>
                                        </p:tgtEl>
                                      </p:cBhvr>
                                    </p:animEffect>
                                    <p:anim calcmode="lin" valueType="num">
                                      <p:cBhvr>
                                        <p:cTn id="13" dur="1000" fill="hold"/>
                                        <p:tgtEl>
                                          <p:spTgt spid="117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17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70">
                                            <p:txEl>
                                              <p:pRg st="1" end="1"/>
                                            </p:txEl>
                                          </p:spTgt>
                                        </p:tgtEl>
                                        <p:attrNameLst>
                                          <p:attrName>style.visibility</p:attrName>
                                        </p:attrNameLst>
                                      </p:cBhvr>
                                      <p:to>
                                        <p:strVal val="visible"/>
                                      </p:to>
                                    </p:set>
                                    <p:animEffect transition="in" filter="fade">
                                      <p:cBhvr>
                                        <p:cTn id="19" dur="1000"/>
                                        <p:tgtEl>
                                          <p:spTgt spid="1170">
                                            <p:txEl>
                                              <p:pRg st="1" end="1"/>
                                            </p:txEl>
                                          </p:spTgt>
                                        </p:tgtEl>
                                      </p:cBhvr>
                                    </p:animEffect>
                                    <p:anim calcmode="lin" valueType="num">
                                      <p:cBhvr>
                                        <p:cTn id="20" dur="1000" fill="hold"/>
                                        <p:tgtEl>
                                          <p:spTgt spid="1170">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17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170">
                                            <p:txEl>
                                              <p:pRg st="2" end="2"/>
                                            </p:txEl>
                                          </p:spTgt>
                                        </p:tgtEl>
                                        <p:attrNameLst>
                                          <p:attrName>style.visibility</p:attrName>
                                        </p:attrNameLst>
                                      </p:cBhvr>
                                      <p:to>
                                        <p:strVal val="visible"/>
                                      </p:to>
                                    </p:set>
                                    <p:animEffect transition="in" filter="fade">
                                      <p:cBhvr>
                                        <p:cTn id="26" dur="1000"/>
                                        <p:tgtEl>
                                          <p:spTgt spid="1170">
                                            <p:txEl>
                                              <p:pRg st="2" end="2"/>
                                            </p:txEl>
                                          </p:spTgt>
                                        </p:tgtEl>
                                      </p:cBhvr>
                                    </p:animEffect>
                                    <p:anim calcmode="lin" valueType="num">
                                      <p:cBhvr>
                                        <p:cTn id="27" dur="1000" fill="hold"/>
                                        <p:tgtEl>
                                          <p:spTgt spid="1170">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117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170">
                                            <p:txEl>
                                              <p:pRg st="3" end="3"/>
                                            </p:txEl>
                                          </p:spTgt>
                                        </p:tgtEl>
                                        <p:attrNameLst>
                                          <p:attrName>style.visibility</p:attrName>
                                        </p:attrNameLst>
                                      </p:cBhvr>
                                      <p:to>
                                        <p:strVal val="visible"/>
                                      </p:to>
                                    </p:set>
                                    <p:animEffect transition="in" filter="fade">
                                      <p:cBhvr>
                                        <p:cTn id="33" dur="1000"/>
                                        <p:tgtEl>
                                          <p:spTgt spid="1170">
                                            <p:txEl>
                                              <p:pRg st="3" end="3"/>
                                            </p:txEl>
                                          </p:spTgt>
                                        </p:tgtEl>
                                      </p:cBhvr>
                                    </p:animEffect>
                                    <p:anim calcmode="lin" valueType="num">
                                      <p:cBhvr>
                                        <p:cTn id="34" dur="1000" fill="hold"/>
                                        <p:tgtEl>
                                          <p:spTgt spid="1170">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117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0" grpId="0" build="p"/>
      <p:bldP spid="117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E963A-F45C-1CC0-E1E9-89B354C6D9E4}"/>
            </a:ext>
          </a:extLst>
        </p:cNvPr>
        <p:cNvGrpSpPr/>
        <p:nvPr/>
      </p:nvGrpSpPr>
      <p:grpSpPr>
        <a:xfrm>
          <a:off x="0" y="0"/>
          <a:ext cx="0" cy="0"/>
          <a:chOff x="0" y="0"/>
          <a:chExt cx="0" cy="0"/>
        </a:xfrm>
      </p:grpSpPr>
      <p:sp>
        <p:nvSpPr>
          <p:cNvPr id="1162" name="PlaceHolder 1">
            <a:extLst>
              <a:ext uri="{FF2B5EF4-FFF2-40B4-BE49-F238E27FC236}">
                <a16:creationId xmlns:a16="http://schemas.microsoft.com/office/drawing/2014/main" id="{EEE8C1B8-8338-9ED5-7830-C8B5810D4F51}"/>
              </a:ext>
            </a:extLst>
          </p:cNvPr>
          <p:cNvSpPr>
            <a:spLocks noGrp="1"/>
          </p:cNvSpPr>
          <p:nvPr>
            <p:ph type="subTitle"/>
          </p:nvPr>
        </p:nvSpPr>
        <p:spPr>
          <a:xfrm>
            <a:off x="548280" y="1109880"/>
            <a:ext cx="7710480" cy="3455280"/>
          </a:xfrm>
          <a:prstGeom prst="rect">
            <a:avLst/>
          </a:prstGeom>
          <a:noFill/>
          <a:ln w="0">
            <a:noFill/>
          </a:ln>
        </p:spPr>
        <p:txBody>
          <a:bodyPr lIns="91440" tIns="91440" rIns="91440" bIns="91440" anchor="t">
            <a:noAutofit/>
          </a:bodyPr>
          <a:lstStyle/>
          <a:p>
            <a:pPr marL="0" indent="0">
              <a:lnSpc>
                <a:spcPct val="150000"/>
              </a:lnSpc>
              <a:buNone/>
              <a:tabLst>
                <a:tab pos="0" algn="l"/>
              </a:tabLst>
            </a:pPr>
            <a:r>
              <a:rPr lang="fr-FR" sz="1400" b="0" strike="noStrike" spc="-1" dirty="0">
                <a:solidFill>
                  <a:srgbClr val="000000"/>
                </a:solidFill>
                <a:latin typeface="Poppins" panose="00000500000000000000" pitchFamily="2" charset="0"/>
                <a:cs typeface="Poppins" panose="00000500000000000000" pitchFamily="2" charset="0"/>
              </a:rPr>
              <a:t>Une extension de l’application Officine aux médecins et professionnels de santé (initialement réservée au pharmaciens) pour leur permettre, grâce à la Carte CHIFA 3.0 de :</a:t>
            </a:r>
          </a:p>
          <a:p>
            <a:pPr>
              <a:lnSpc>
                <a:spcPct val="115000"/>
              </a:lnSpc>
              <a:tabLst>
                <a:tab pos="0" algn="l"/>
              </a:tabLst>
            </a:pPr>
            <a:endParaRPr lang="fr-FR" sz="1400" b="0" strike="noStrike" spc="-1" dirty="0">
              <a:solidFill>
                <a:srgbClr val="000000"/>
              </a:solidFill>
              <a:latin typeface="Poppins" panose="00000500000000000000" pitchFamily="2" charset="0"/>
              <a:cs typeface="Poppins" panose="00000500000000000000" pitchFamily="2" charset="0"/>
            </a:endParaRPr>
          </a:p>
          <a:p>
            <a:pPr marL="457200" indent="-317520">
              <a:lnSpc>
                <a:spcPct val="115000"/>
              </a:lnSpc>
              <a:buClr>
                <a:srgbClr val="1D1D1D"/>
              </a:buClr>
              <a:buFont typeface="Poppins"/>
              <a:buChar char="●"/>
              <a:tabLst>
                <a:tab pos="0" algn="l"/>
              </a:tabLst>
            </a:pPr>
            <a:r>
              <a:rPr lang="en" sz="1400" b="0" strike="noStrike" spc="-1" dirty="0">
                <a:solidFill>
                  <a:schemeClr val="dk1"/>
                </a:solidFill>
                <a:latin typeface="Poppins" panose="00000500000000000000" pitchFamily="2" charset="0"/>
                <a:ea typeface="Poppins"/>
                <a:cs typeface="Poppins" panose="00000500000000000000" pitchFamily="2" charset="0"/>
              </a:rPr>
              <a:t>Consulter et ajouter à </a:t>
            </a:r>
            <a:r>
              <a:rPr lang="en" sz="1400" spc="-1" dirty="0">
                <a:solidFill>
                  <a:schemeClr val="dk1"/>
                </a:solidFill>
                <a:latin typeface="Poppins" panose="00000500000000000000" pitchFamily="2" charset="0"/>
                <a:ea typeface="Poppins"/>
                <a:cs typeface="Poppins" panose="00000500000000000000" pitchFamily="2" charset="0"/>
              </a:rPr>
              <a:t>l’</a:t>
            </a:r>
            <a:r>
              <a:rPr lang="en" sz="1400" b="0" strike="noStrike" spc="-1" dirty="0">
                <a:solidFill>
                  <a:schemeClr val="dk1"/>
                </a:solidFill>
                <a:latin typeface="Poppins" panose="00000500000000000000" pitchFamily="2" charset="0"/>
                <a:ea typeface="Poppins"/>
                <a:cs typeface="Poppins" panose="00000500000000000000" pitchFamily="2" charset="0"/>
              </a:rPr>
              <a:t>historique médical complet du patient</a:t>
            </a:r>
            <a:endParaRPr lang="fr-FR" sz="1400" b="0" strike="noStrike" spc="-1" dirty="0">
              <a:solidFill>
                <a:srgbClr val="000000"/>
              </a:solidFill>
              <a:latin typeface="Poppins" panose="00000500000000000000" pitchFamily="2" charset="0"/>
              <a:cs typeface="Poppins" panose="00000500000000000000" pitchFamily="2" charset="0"/>
            </a:endParaRPr>
          </a:p>
          <a:p>
            <a:pPr marL="457200" indent="-317520">
              <a:lnSpc>
                <a:spcPct val="115000"/>
              </a:lnSpc>
              <a:buClr>
                <a:srgbClr val="1D1D1D"/>
              </a:buClr>
              <a:buFont typeface="Poppins"/>
              <a:buChar char="●"/>
              <a:tabLst>
                <a:tab pos="0" algn="l"/>
              </a:tabLst>
            </a:pPr>
            <a:r>
              <a:rPr lang="en-US" sz="1400" b="0" strike="noStrike" spc="-1" dirty="0" err="1">
                <a:solidFill>
                  <a:schemeClr val="dk1"/>
                </a:solidFill>
                <a:latin typeface="Poppins" panose="00000500000000000000" pitchFamily="2" charset="0"/>
                <a:ea typeface="Poppins"/>
                <a:cs typeface="Poppins" panose="00000500000000000000" pitchFamily="2" charset="0"/>
              </a:rPr>
              <a:t>Ecrire</a:t>
            </a:r>
            <a:r>
              <a:rPr lang="en-US" sz="1400" b="0" strike="noStrike" spc="-1" dirty="0">
                <a:solidFill>
                  <a:schemeClr val="dk1"/>
                </a:solidFill>
                <a:latin typeface="Poppins" panose="00000500000000000000" pitchFamily="2" charset="0"/>
                <a:ea typeface="Poppins"/>
                <a:cs typeface="Poppins" panose="00000500000000000000" pitchFamily="2" charset="0"/>
              </a:rPr>
              <a:t> des ordonnances et </a:t>
            </a:r>
            <a:r>
              <a:rPr lang="en-US" sz="1400" b="0" strike="noStrike" spc="-1" dirty="0" err="1">
                <a:solidFill>
                  <a:schemeClr val="dk1"/>
                </a:solidFill>
                <a:latin typeface="Poppins" panose="00000500000000000000" pitchFamily="2" charset="0"/>
                <a:ea typeface="Poppins"/>
                <a:cs typeface="Poppins" panose="00000500000000000000" pitchFamily="2" charset="0"/>
              </a:rPr>
              <a:t>arrêts</a:t>
            </a:r>
            <a:r>
              <a:rPr lang="en-US" sz="1400" b="0" strike="noStrike" spc="-1" dirty="0">
                <a:solidFill>
                  <a:schemeClr val="dk1"/>
                </a:solidFill>
                <a:latin typeface="Poppins" panose="00000500000000000000" pitchFamily="2" charset="0"/>
                <a:ea typeface="Poppins"/>
                <a:cs typeface="Poppins" panose="00000500000000000000" pitchFamily="2" charset="0"/>
              </a:rPr>
              <a:t> maladies </a:t>
            </a:r>
            <a:r>
              <a:rPr lang="en-US" sz="1400" b="0" strike="noStrike" spc="-1" dirty="0" err="1">
                <a:solidFill>
                  <a:schemeClr val="dk1"/>
                </a:solidFill>
                <a:latin typeface="Poppins" panose="00000500000000000000" pitchFamily="2" charset="0"/>
                <a:ea typeface="Poppins"/>
                <a:cs typeface="Poppins" panose="00000500000000000000" pitchFamily="2" charset="0"/>
              </a:rPr>
              <a:t>numériques</a:t>
            </a:r>
            <a:endParaRPr lang="en-US" sz="1400" b="0" strike="noStrike" spc="-1" dirty="0">
              <a:solidFill>
                <a:schemeClr val="dk1"/>
              </a:solidFill>
              <a:latin typeface="Poppins" panose="00000500000000000000" pitchFamily="2" charset="0"/>
              <a:ea typeface="Poppins"/>
              <a:cs typeface="Poppins" panose="00000500000000000000" pitchFamily="2" charset="0"/>
            </a:endParaRPr>
          </a:p>
          <a:p>
            <a:pPr marL="139680" indent="0">
              <a:lnSpc>
                <a:spcPct val="115000"/>
              </a:lnSpc>
              <a:buClr>
                <a:srgbClr val="1D1D1D"/>
              </a:buClr>
              <a:buNone/>
              <a:tabLst>
                <a:tab pos="0" algn="l"/>
              </a:tabLst>
            </a:pPr>
            <a:endParaRPr lang="en-US" sz="1400" spc="-1" dirty="0">
              <a:solidFill>
                <a:schemeClr val="dk1"/>
              </a:solidFill>
              <a:latin typeface="Poppins" panose="00000500000000000000" pitchFamily="2" charset="0"/>
              <a:ea typeface="Poppins"/>
              <a:cs typeface="Poppins" panose="00000500000000000000" pitchFamily="2" charset="0"/>
            </a:endParaRPr>
          </a:p>
          <a:p>
            <a:pPr marL="139680" indent="0">
              <a:lnSpc>
                <a:spcPct val="115000"/>
              </a:lnSpc>
              <a:buClr>
                <a:srgbClr val="1D1D1D"/>
              </a:buClr>
              <a:buNone/>
              <a:tabLst>
                <a:tab pos="0" algn="l"/>
              </a:tabLst>
            </a:pPr>
            <a:r>
              <a:rPr lang="en-US" sz="1400" spc="-1" dirty="0">
                <a:solidFill>
                  <a:schemeClr val="dk1"/>
                </a:solidFill>
                <a:latin typeface="Poppins" panose="00000500000000000000" pitchFamily="2" charset="0"/>
                <a:ea typeface="Poppins"/>
                <a:cs typeface="Poppins" panose="00000500000000000000" pitchFamily="2" charset="0"/>
              </a:rPr>
              <a:t>Les </a:t>
            </a:r>
            <a:r>
              <a:rPr lang="en-US" sz="1400" spc="-1" dirty="0" err="1">
                <a:solidFill>
                  <a:schemeClr val="dk1"/>
                </a:solidFill>
                <a:latin typeface="Poppins" panose="00000500000000000000" pitchFamily="2" charset="0"/>
                <a:ea typeface="Poppins"/>
                <a:cs typeface="Poppins" panose="00000500000000000000" pitchFamily="2" charset="0"/>
              </a:rPr>
              <a:t>employés</a:t>
            </a:r>
            <a:r>
              <a:rPr lang="en-US" sz="1400" spc="-1" dirty="0">
                <a:solidFill>
                  <a:schemeClr val="dk1"/>
                </a:solidFill>
                <a:latin typeface="Poppins" panose="00000500000000000000" pitchFamily="2" charset="0"/>
                <a:ea typeface="Poppins"/>
                <a:cs typeface="Poppins" panose="00000500000000000000" pitchFamily="2" charset="0"/>
              </a:rPr>
              <a:t> de la CNAS </a:t>
            </a:r>
            <a:r>
              <a:rPr lang="en-US" sz="1400" spc="-1" dirty="0" err="1">
                <a:solidFill>
                  <a:schemeClr val="dk1"/>
                </a:solidFill>
                <a:latin typeface="Poppins" panose="00000500000000000000" pitchFamily="2" charset="0"/>
                <a:ea typeface="Poppins"/>
                <a:cs typeface="Poppins" panose="00000500000000000000" pitchFamily="2" charset="0"/>
              </a:rPr>
              <a:t>auront</a:t>
            </a:r>
            <a:r>
              <a:rPr lang="en-US" sz="1400" spc="-1" dirty="0">
                <a:solidFill>
                  <a:schemeClr val="dk1"/>
                </a:solidFill>
                <a:latin typeface="Poppins" panose="00000500000000000000" pitchFamily="2" charset="0"/>
                <a:ea typeface="Poppins"/>
                <a:cs typeface="Poppins" panose="00000500000000000000" pitchFamily="2" charset="0"/>
              </a:rPr>
              <a:t> </a:t>
            </a:r>
            <a:r>
              <a:rPr lang="en-US" sz="1400" spc="-1" dirty="0" err="1">
                <a:solidFill>
                  <a:schemeClr val="dk1"/>
                </a:solidFill>
                <a:latin typeface="Poppins" panose="00000500000000000000" pitchFamily="2" charset="0"/>
                <a:ea typeface="Poppins"/>
                <a:cs typeface="Poppins" panose="00000500000000000000" pitchFamily="2" charset="0"/>
              </a:rPr>
              <a:t>aussi</a:t>
            </a:r>
            <a:r>
              <a:rPr lang="en-US" sz="1400" spc="-1" dirty="0">
                <a:solidFill>
                  <a:schemeClr val="dk1"/>
                </a:solidFill>
                <a:latin typeface="Poppins" panose="00000500000000000000" pitchFamily="2" charset="0"/>
                <a:ea typeface="Poppins"/>
                <a:cs typeface="Poppins" panose="00000500000000000000" pitchFamily="2" charset="0"/>
              </a:rPr>
              <a:t> un </a:t>
            </a:r>
            <a:r>
              <a:rPr lang="en-US" sz="1400" spc="-1" dirty="0" err="1">
                <a:solidFill>
                  <a:schemeClr val="dk1"/>
                </a:solidFill>
                <a:latin typeface="Poppins" panose="00000500000000000000" pitchFamily="2" charset="0"/>
                <a:ea typeface="Poppins"/>
                <a:cs typeface="Poppins" panose="00000500000000000000" pitchFamily="2" charset="0"/>
              </a:rPr>
              <a:t>accès</a:t>
            </a:r>
            <a:r>
              <a:rPr lang="en-US" sz="1400" spc="-1" dirty="0">
                <a:solidFill>
                  <a:schemeClr val="dk1"/>
                </a:solidFill>
                <a:latin typeface="Poppins" panose="00000500000000000000" pitchFamily="2" charset="0"/>
                <a:ea typeface="Poppins"/>
                <a:cs typeface="Poppins" panose="00000500000000000000" pitchFamily="2" charset="0"/>
              </a:rPr>
              <a:t> de type </a:t>
            </a:r>
            <a:r>
              <a:rPr lang="en-US" sz="1400" spc="-1" dirty="0" err="1">
                <a:solidFill>
                  <a:schemeClr val="dk1"/>
                </a:solidFill>
                <a:latin typeface="Poppins" panose="00000500000000000000" pitchFamily="2" charset="0"/>
                <a:ea typeface="Poppins"/>
                <a:cs typeface="Poppins" panose="00000500000000000000" pitchFamily="2" charset="0"/>
              </a:rPr>
              <a:t>modérateur</a:t>
            </a:r>
            <a:r>
              <a:rPr lang="en-US" sz="1400" spc="-1" dirty="0">
                <a:solidFill>
                  <a:schemeClr val="dk1"/>
                </a:solidFill>
                <a:latin typeface="Poppins" panose="00000500000000000000" pitchFamily="2" charset="0"/>
                <a:ea typeface="Poppins"/>
                <a:cs typeface="Poppins" panose="00000500000000000000" pitchFamily="2" charset="0"/>
              </a:rPr>
              <a:t> à la </a:t>
            </a:r>
            <a:r>
              <a:rPr lang="en-US" sz="1400" spc="-1" dirty="0" err="1">
                <a:solidFill>
                  <a:schemeClr val="dk1"/>
                </a:solidFill>
                <a:latin typeface="Poppins" panose="00000500000000000000" pitchFamily="2" charset="0"/>
                <a:ea typeface="Poppins"/>
                <a:cs typeface="Poppins" panose="00000500000000000000" pitchFamily="2" charset="0"/>
              </a:rPr>
              <a:t>plateforme</a:t>
            </a:r>
            <a:r>
              <a:rPr lang="en-US" sz="1400" spc="-1" dirty="0">
                <a:solidFill>
                  <a:schemeClr val="dk1"/>
                </a:solidFill>
                <a:latin typeface="Poppins" panose="00000500000000000000" pitchFamily="2" charset="0"/>
                <a:ea typeface="Poppins"/>
                <a:cs typeface="Poppins" panose="00000500000000000000" pitchFamily="2" charset="0"/>
              </a:rPr>
              <a:t> pour </a:t>
            </a:r>
            <a:r>
              <a:rPr lang="en-US" sz="1400" spc="-1" dirty="0" err="1">
                <a:solidFill>
                  <a:schemeClr val="dk1"/>
                </a:solidFill>
                <a:latin typeface="Poppins" panose="00000500000000000000" pitchFamily="2" charset="0"/>
                <a:ea typeface="Poppins"/>
                <a:cs typeface="Poppins" panose="00000500000000000000" pitchFamily="2" charset="0"/>
              </a:rPr>
              <a:t>utiliser</a:t>
            </a:r>
            <a:r>
              <a:rPr lang="en-US" sz="1400" spc="-1" dirty="0">
                <a:solidFill>
                  <a:schemeClr val="dk1"/>
                </a:solidFill>
                <a:latin typeface="Poppins" panose="00000500000000000000" pitchFamily="2" charset="0"/>
                <a:ea typeface="Poppins"/>
                <a:cs typeface="Poppins" panose="00000500000000000000" pitchFamily="2" charset="0"/>
              </a:rPr>
              <a:t> le Dashboard.</a:t>
            </a:r>
            <a:endParaRPr lang="fr-FR" sz="1400" spc="-1" dirty="0">
              <a:solidFill>
                <a:srgbClr val="000000"/>
              </a:solidFill>
              <a:latin typeface="Poppins" panose="00000500000000000000" pitchFamily="2" charset="0"/>
              <a:ea typeface="Poppins"/>
              <a:cs typeface="Poppins" panose="00000500000000000000" pitchFamily="2" charset="0"/>
            </a:endParaRPr>
          </a:p>
          <a:p>
            <a:pPr marL="457200" indent="-317520">
              <a:lnSpc>
                <a:spcPct val="115000"/>
              </a:lnSpc>
              <a:buClr>
                <a:srgbClr val="1D1D1D"/>
              </a:buClr>
              <a:buFont typeface="Poppins"/>
              <a:buChar char="●"/>
              <a:tabLst>
                <a:tab pos="0" algn="l"/>
              </a:tabLst>
            </a:pPr>
            <a:endParaRPr lang="fr-FR" sz="1400" b="0" strike="noStrike" spc="-1" dirty="0">
              <a:solidFill>
                <a:srgbClr val="000000"/>
              </a:solidFill>
              <a:latin typeface="Poppins" panose="00000500000000000000" pitchFamily="2" charset="0"/>
              <a:cs typeface="Poppins" panose="00000500000000000000" pitchFamily="2" charset="0"/>
            </a:endParaRPr>
          </a:p>
        </p:txBody>
      </p:sp>
      <p:sp>
        <p:nvSpPr>
          <p:cNvPr id="2" name="PlaceHolder 2">
            <a:extLst>
              <a:ext uri="{FF2B5EF4-FFF2-40B4-BE49-F238E27FC236}">
                <a16:creationId xmlns:a16="http://schemas.microsoft.com/office/drawing/2014/main" id="{7AD33CF8-7AE9-E60A-991A-B21A77A4ED8B}"/>
              </a:ext>
            </a:extLst>
          </p:cNvPr>
          <p:cNvSpPr txBox="1">
            <a:spLocks/>
          </p:cNvSpPr>
          <p:nvPr/>
        </p:nvSpPr>
        <p:spPr>
          <a:xfrm>
            <a:off x="548280" y="444960"/>
            <a:ext cx="8150400" cy="1074240"/>
          </a:xfrm>
          <a:prstGeom prst="rect">
            <a:avLst/>
          </a:prstGeom>
          <a:noFill/>
          <a:ln w="0">
            <a:noFill/>
          </a:ln>
        </p:spPr>
        <p:txBody>
          <a:bodyPr lIns="91440" tIns="91440" rIns="9144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 sz="2600" b="1" spc="-1" dirty="0">
                <a:solidFill>
                  <a:schemeClr val="dk2"/>
                </a:solidFill>
                <a:latin typeface="Poppins"/>
                <a:ea typeface="IBM Plex Mono"/>
              </a:rPr>
              <a:t>La plateforme</a:t>
            </a:r>
            <a:endParaRPr lang="fr-FR" sz="2600" spc="-1" dirty="0">
              <a:solidFill>
                <a:srgbClr val="000000"/>
              </a:solidFill>
              <a:latin typeface="Arial"/>
            </a:endParaRPr>
          </a:p>
        </p:txBody>
      </p:sp>
    </p:spTree>
    <p:extLst>
      <p:ext uri="{BB962C8B-B14F-4D97-AF65-F5344CB8AC3E}">
        <p14:creationId xmlns:p14="http://schemas.microsoft.com/office/powerpoint/2010/main" val="1250858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62">
                                            <p:txEl>
                                              <p:pRg st="0" end="0"/>
                                            </p:txEl>
                                          </p:spTgt>
                                        </p:tgtEl>
                                        <p:attrNameLst>
                                          <p:attrName>style.visibility</p:attrName>
                                        </p:attrNameLst>
                                      </p:cBhvr>
                                      <p:to>
                                        <p:strVal val="visible"/>
                                      </p:to>
                                    </p:set>
                                    <p:animEffect transition="in" filter="fade">
                                      <p:cBhvr>
                                        <p:cTn id="12" dur="1000"/>
                                        <p:tgtEl>
                                          <p:spTgt spid="1162">
                                            <p:txEl>
                                              <p:pRg st="0" end="0"/>
                                            </p:txEl>
                                          </p:spTgt>
                                        </p:tgtEl>
                                      </p:cBhvr>
                                    </p:animEffect>
                                    <p:anim calcmode="lin" valueType="num">
                                      <p:cBhvr>
                                        <p:cTn id="13" dur="1000" fill="hold"/>
                                        <p:tgtEl>
                                          <p:spTgt spid="1162">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16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62">
                                            <p:txEl>
                                              <p:pRg st="2" end="2"/>
                                            </p:txEl>
                                          </p:spTgt>
                                        </p:tgtEl>
                                        <p:attrNameLst>
                                          <p:attrName>style.visibility</p:attrName>
                                        </p:attrNameLst>
                                      </p:cBhvr>
                                      <p:to>
                                        <p:strVal val="visible"/>
                                      </p:to>
                                    </p:set>
                                    <p:animEffect transition="in" filter="fade">
                                      <p:cBhvr>
                                        <p:cTn id="19" dur="1000"/>
                                        <p:tgtEl>
                                          <p:spTgt spid="1162">
                                            <p:txEl>
                                              <p:pRg st="2" end="2"/>
                                            </p:txEl>
                                          </p:spTgt>
                                        </p:tgtEl>
                                      </p:cBhvr>
                                    </p:animEffect>
                                    <p:anim calcmode="lin" valueType="num">
                                      <p:cBhvr>
                                        <p:cTn id="20" dur="1000" fill="hold"/>
                                        <p:tgtEl>
                                          <p:spTgt spid="1162">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16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162">
                                            <p:txEl>
                                              <p:pRg st="3" end="3"/>
                                            </p:txEl>
                                          </p:spTgt>
                                        </p:tgtEl>
                                        <p:attrNameLst>
                                          <p:attrName>style.visibility</p:attrName>
                                        </p:attrNameLst>
                                      </p:cBhvr>
                                      <p:to>
                                        <p:strVal val="visible"/>
                                      </p:to>
                                    </p:set>
                                    <p:animEffect transition="in" filter="fade">
                                      <p:cBhvr>
                                        <p:cTn id="26" dur="1000"/>
                                        <p:tgtEl>
                                          <p:spTgt spid="1162">
                                            <p:txEl>
                                              <p:pRg st="3" end="3"/>
                                            </p:txEl>
                                          </p:spTgt>
                                        </p:tgtEl>
                                      </p:cBhvr>
                                    </p:animEffect>
                                    <p:anim calcmode="lin" valueType="num">
                                      <p:cBhvr>
                                        <p:cTn id="27" dur="1000" fill="hold"/>
                                        <p:tgtEl>
                                          <p:spTgt spid="1162">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16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162">
                                            <p:txEl>
                                              <p:pRg st="5" end="5"/>
                                            </p:txEl>
                                          </p:spTgt>
                                        </p:tgtEl>
                                        <p:attrNameLst>
                                          <p:attrName>style.visibility</p:attrName>
                                        </p:attrNameLst>
                                      </p:cBhvr>
                                      <p:to>
                                        <p:strVal val="visible"/>
                                      </p:to>
                                    </p:set>
                                    <p:animEffect transition="in" filter="fade">
                                      <p:cBhvr>
                                        <p:cTn id="33" dur="1000"/>
                                        <p:tgtEl>
                                          <p:spTgt spid="1162">
                                            <p:txEl>
                                              <p:pRg st="5" end="5"/>
                                            </p:txEl>
                                          </p:spTgt>
                                        </p:tgtEl>
                                      </p:cBhvr>
                                    </p:animEffect>
                                    <p:anim calcmode="lin" valueType="num">
                                      <p:cBhvr>
                                        <p:cTn id="34" dur="1000" fill="hold"/>
                                        <p:tgtEl>
                                          <p:spTgt spid="1162">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116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2" grpId="0" build="p"/>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4" name="Image 23"/>
          <p:cNvPicPr/>
          <p:nvPr/>
        </p:nvPicPr>
        <p:blipFill>
          <a:blip r:embed="rId2"/>
          <a:stretch/>
        </p:blipFill>
        <p:spPr>
          <a:xfrm>
            <a:off x="-357840" y="312840"/>
            <a:ext cx="3505320" cy="5120640"/>
          </a:xfrm>
          <a:prstGeom prst="rect">
            <a:avLst/>
          </a:prstGeom>
          <a:ln w="0">
            <a:noFill/>
          </a:ln>
        </p:spPr>
      </p:pic>
      <p:sp>
        <p:nvSpPr>
          <p:cNvPr id="117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lnSpc>
                <a:spcPct val="243000"/>
              </a:lnSpc>
              <a:buNone/>
              <a:tabLst>
                <a:tab pos="0" algn="l"/>
              </a:tabLst>
            </a:pPr>
            <a:r>
              <a:rPr lang="en" sz="2400" b="1" strike="noStrike" spc="-1">
                <a:solidFill>
                  <a:schemeClr val="dk2"/>
                </a:solidFill>
                <a:latin typeface="Poppins"/>
                <a:ea typeface="Arial"/>
              </a:rPr>
              <a:t>Qui sont les utilisateurs de notre plateforme?</a:t>
            </a:r>
            <a:endParaRPr lang="fr-FR" sz="2400" b="0" strike="noStrike" spc="-1">
              <a:solidFill>
                <a:srgbClr val="000000"/>
              </a:solidFill>
              <a:latin typeface="Arial"/>
            </a:endParaRPr>
          </a:p>
          <a:p>
            <a:pPr indent="0">
              <a:lnSpc>
                <a:spcPct val="100000"/>
              </a:lnSpc>
              <a:buNone/>
              <a:tabLst>
                <a:tab pos="0" algn="l"/>
              </a:tabLst>
            </a:pPr>
            <a:endParaRPr lang="fr-FR" sz="3000" b="0" strike="noStrike" spc="-1">
              <a:solidFill>
                <a:srgbClr val="000000"/>
              </a:solidFill>
              <a:latin typeface="Arial"/>
            </a:endParaRPr>
          </a:p>
        </p:txBody>
      </p:sp>
      <p:grpSp>
        <p:nvGrpSpPr>
          <p:cNvPr id="1176" name="Group 30"/>
          <p:cNvGrpSpPr/>
          <p:nvPr/>
        </p:nvGrpSpPr>
        <p:grpSpPr>
          <a:xfrm>
            <a:off x="3153960" y="2467800"/>
            <a:ext cx="1810440" cy="1019160"/>
            <a:chOff x="3153960" y="2467800"/>
            <a:chExt cx="1810440" cy="1019160"/>
          </a:xfrm>
        </p:grpSpPr>
        <p:sp>
          <p:nvSpPr>
            <p:cNvPr id="1177" name="Freeform 31"/>
            <p:cNvSpPr/>
            <p:nvPr/>
          </p:nvSpPr>
          <p:spPr>
            <a:xfrm>
              <a:off x="3153960" y="2624040"/>
              <a:ext cx="1810440" cy="862920"/>
            </a:xfrm>
            <a:custGeom>
              <a:avLst/>
              <a:gdLst>
                <a:gd name="textAreaLeft" fmla="*/ 0 w 1810440"/>
                <a:gd name="textAreaRight" fmla="*/ 1810800 w 1810440"/>
                <a:gd name="textAreaTop" fmla="*/ 0 h 862920"/>
                <a:gd name="textAreaBottom" fmla="*/ 863280 h 862920"/>
              </a:gdLst>
              <a:ahLst/>
              <a:cxnLst/>
              <a:rect l="textAreaLeft" t="textAreaTop" r="textAreaRight" b="textAreaBottom"/>
              <a:pathLst>
                <a:path w="681291" h="210488">
                  <a:moveTo>
                    <a:pt x="681291" y="0"/>
                  </a:moveTo>
                  <a:lnTo>
                    <a:pt x="0" y="0"/>
                  </a:lnTo>
                  <a:lnTo>
                    <a:pt x="101600" y="105244"/>
                  </a:lnTo>
                  <a:lnTo>
                    <a:pt x="0" y="210488"/>
                  </a:lnTo>
                  <a:lnTo>
                    <a:pt x="681291" y="210488"/>
                  </a:lnTo>
                  <a:lnTo>
                    <a:pt x="579691" y="105244"/>
                  </a:lnTo>
                  <a:lnTo>
                    <a:pt x="681291" y="0"/>
                  </a:lnTo>
                  <a:close/>
                </a:path>
              </a:pathLst>
            </a:custGeom>
            <a:solidFill>
              <a:srgbClr val="00569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1178" name="TextBox 32"/>
            <p:cNvSpPr/>
            <p:nvPr/>
          </p:nvSpPr>
          <p:spPr>
            <a:xfrm>
              <a:off x="3390480" y="2467800"/>
              <a:ext cx="1338120" cy="1019160"/>
            </a:xfrm>
            <a:prstGeom prst="rect">
              <a:avLst/>
            </a:prstGeom>
            <a:noFill/>
            <a:ln w="0">
              <a:noFill/>
            </a:ln>
          </p:spPr>
          <p:style>
            <a:lnRef idx="0">
              <a:scrgbClr r="0" g="0" b="0"/>
            </a:lnRef>
            <a:fillRef idx="0">
              <a:scrgbClr r="0" g="0" b="0"/>
            </a:fillRef>
            <a:effectRef idx="0">
              <a:scrgbClr r="0" g="0" b="0"/>
            </a:effectRef>
            <a:fontRef idx="minor"/>
          </p:style>
          <p:txBody>
            <a:bodyPr lIns="33840" tIns="33840" rIns="33840" bIns="33840" anchor="ctr">
              <a:noAutofit/>
            </a:bodyPr>
            <a:lstStyle/>
            <a:p>
              <a:pPr algn="ctr">
                <a:lnSpc>
                  <a:spcPts val="1772"/>
                </a:lnSpc>
              </a:pPr>
              <a:endParaRPr lang="fr-FR" sz="1200" b="0" strike="noStrike" spc="-1">
                <a:solidFill>
                  <a:srgbClr val="000000"/>
                </a:solidFill>
                <a:latin typeface="Arial"/>
              </a:endParaRPr>
            </a:p>
            <a:p>
              <a:pPr algn="ctr">
                <a:lnSpc>
                  <a:spcPts val="1772"/>
                </a:lnSpc>
              </a:pPr>
              <a:endParaRPr lang="fr-FR" sz="1200" b="0" strike="noStrike" spc="-1">
                <a:solidFill>
                  <a:srgbClr val="000000"/>
                </a:solidFill>
                <a:latin typeface="Arial"/>
              </a:endParaRPr>
            </a:p>
          </p:txBody>
        </p:sp>
      </p:grpSp>
      <p:sp>
        <p:nvSpPr>
          <p:cNvPr id="1179" name="Freeform 33"/>
          <p:cNvSpPr/>
          <p:nvPr/>
        </p:nvSpPr>
        <p:spPr>
          <a:xfrm>
            <a:off x="3638160" y="1518120"/>
            <a:ext cx="768960" cy="1053360"/>
          </a:xfrm>
          <a:custGeom>
            <a:avLst/>
            <a:gdLst>
              <a:gd name="textAreaLeft" fmla="*/ 0 w 768960"/>
              <a:gd name="textAreaRight" fmla="*/ 769320 w 768960"/>
              <a:gd name="textAreaTop" fmla="*/ 0 h 1053360"/>
              <a:gd name="textAreaBottom" fmla="*/ 1053720 h 1053360"/>
            </a:gdLst>
            <a:ahLst/>
            <a:cxnLst/>
            <a:rect l="textAreaLeft" t="textAreaTop" r="textAreaRight" b="textAreaBottom"/>
            <a:pathLst>
              <a:path w="1134279" h="1463180">
                <a:moveTo>
                  <a:pt x="0" y="0"/>
                </a:moveTo>
                <a:lnTo>
                  <a:pt x="1134279" y="0"/>
                </a:lnTo>
                <a:lnTo>
                  <a:pt x="1134279" y="1463180"/>
                </a:lnTo>
                <a:lnTo>
                  <a:pt x="0" y="1463180"/>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nvGrpSpPr>
          <p:cNvPr id="1180" name="Group 34"/>
          <p:cNvGrpSpPr/>
          <p:nvPr/>
        </p:nvGrpSpPr>
        <p:grpSpPr>
          <a:xfrm>
            <a:off x="5390640" y="3877200"/>
            <a:ext cx="1753560" cy="679680"/>
            <a:chOff x="5390640" y="3877200"/>
            <a:chExt cx="1753560" cy="679680"/>
          </a:xfrm>
        </p:grpSpPr>
        <p:sp>
          <p:nvSpPr>
            <p:cNvPr id="1181" name="Freeform 35"/>
            <p:cNvSpPr/>
            <p:nvPr/>
          </p:nvSpPr>
          <p:spPr>
            <a:xfrm>
              <a:off x="5390640" y="3981600"/>
              <a:ext cx="1753560" cy="575280"/>
            </a:xfrm>
            <a:custGeom>
              <a:avLst/>
              <a:gdLst>
                <a:gd name="textAreaLeft" fmla="*/ 0 w 1753560"/>
                <a:gd name="textAreaRight" fmla="*/ 1753920 w 1753560"/>
                <a:gd name="textAreaTop" fmla="*/ 0 h 575280"/>
                <a:gd name="textAreaBottom" fmla="*/ 575640 h 575280"/>
              </a:gdLst>
              <a:ahLst/>
              <a:cxnLst/>
              <a:rect l="textAreaLeft" t="textAreaTop" r="textAreaRight" b="textAreaBottom"/>
              <a:pathLst>
                <a:path w="681291" h="210488">
                  <a:moveTo>
                    <a:pt x="681291" y="0"/>
                  </a:moveTo>
                  <a:lnTo>
                    <a:pt x="0" y="0"/>
                  </a:lnTo>
                  <a:lnTo>
                    <a:pt x="101600" y="105244"/>
                  </a:lnTo>
                  <a:lnTo>
                    <a:pt x="0" y="210488"/>
                  </a:lnTo>
                  <a:lnTo>
                    <a:pt x="681291" y="210488"/>
                  </a:lnTo>
                  <a:lnTo>
                    <a:pt x="579691" y="105244"/>
                  </a:lnTo>
                  <a:lnTo>
                    <a:pt x="681291" y="0"/>
                  </a:lnTo>
                  <a:close/>
                </a:path>
              </a:pathLst>
            </a:custGeom>
            <a:solidFill>
              <a:srgbClr val="00569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1182" name="TextBox 36"/>
            <p:cNvSpPr/>
            <p:nvPr/>
          </p:nvSpPr>
          <p:spPr>
            <a:xfrm>
              <a:off x="5619600" y="3877200"/>
              <a:ext cx="1296000" cy="679320"/>
            </a:xfrm>
            <a:prstGeom prst="rect">
              <a:avLst/>
            </a:prstGeom>
            <a:noFill/>
            <a:ln w="0">
              <a:noFill/>
            </a:ln>
          </p:spPr>
          <p:style>
            <a:lnRef idx="0">
              <a:scrgbClr r="0" g="0" b="0"/>
            </a:lnRef>
            <a:fillRef idx="0">
              <a:scrgbClr r="0" g="0" b="0"/>
            </a:fillRef>
            <a:effectRef idx="0">
              <a:scrgbClr r="0" g="0" b="0"/>
            </a:effectRef>
            <a:fontRef idx="minor"/>
          </p:style>
          <p:txBody>
            <a:bodyPr lIns="33840" tIns="33840" rIns="33840" bIns="33840" anchor="ctr">
              <a:noAutofit/>
            </a:bodyPr>
            <a:lstStyle/>
            <a:p>
              <a:pPr algn="ctr">
                <a:lnSpc>
                  <a:spcPts val="1772"/>
                </a:lnSpc>
              </a:pPr>
              <a:endParaRPr lang="fr-FR" sz="1200" b="0" strike="noStrike" spc="-1">
                <a:solidFill>
                  <a:srgbClr val="000000"/>
                </a:solidFill>
                <a:latin typeface="Arial"/>
              </a:endParaRPr>
            </a:p>
            <a:p>
              <a:pPr algn="ctr">
                <a:lnSpc>
                  <a:spcPts val="1772"/>
                </a:lnSpc>
              </a:pPr>
              <a:endParaRPr lang="fr-FR" sz="1200" b="0" strike="noStrike" spc="-1">
                <a:solidFill>
                  <a:srgbClr val="000000"/>
                </a:solidFill>
                <a:latin typeface="Arial"/>
              </a:endParaRPr>
            </a:p>
          </p:txBody>
        </p:sp>
      </p:grpSp>
      <p:sp>
        <p:nvSpPr>
          <p:cNvPr id="1183" name="Freeform 37"/>
          <p:cNvSpPr/>
          <p:nvPr/>
        </p:nvSpPr>
        <p:spPr>
          <a:xfrm>
            <a:off x="5833800" y="2873520"/>
            <a:ext cx="768960" cy="1053360"/>
          </a:xfrm>
          <a:custGeom>
            <a:avLst/>
            <a:gdLst>
              <a:gd name="textAreaLeft" fmla="*/ 0 w 768960"/>
              <a:gd name="textAreaRight" fmla="*/ 769320 w 768960"/>
              <a:gd name="textAreaTop" fmla="*/ 0 h 1053360"/>
              <a:gd name="textAreaBottom" fmla="*/ 1053720 h 1053360"/>
            </a:gdLst>
            <a:ahLst/>
            <a:cxnLst/>
            <a:rect l="textAreaLeft" t="textAreaTop" r="textAreaRight" b="textAreaBottom"/>
            <a:pathLst>
              <a:path w="1134279" h="1463180">
                <a:moveTo>
                  <a:pt x="0" y="0"/>
                </a:moveTo>
                <a:lnTo>
                  <a:pt x="1134279" y="0"/>
                </a:lnTo>
                <a:lnTo>
                  <a:pt x="1134279" y="1463180"/>
                </a:lnTo>
                <a:lnTo>
                  <a:pt x="0" y="1463180"/>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nvGrpSpPr>
          <p:cNvPr id="1184" name="Group 46"/>
          <p:cNvGrpSpPr/>
          <p:nvPr/>
        </p:nvGrpSpPr>
        <p:grpSpPr>
          <a:xfrm>
            <a:off x="965520" y="2624040"/>
            <a:ext cx="1753560" cy="1781640"/>
            <a:chOff x="965520" y="2624040"/>
            <a:chExt cx="1753560" cy="1781640"/>
          </a:xfrm>
        </p:grpSpPr>
        <p:grpSp>
          <p:nvGrpSpPr>
            <p:cNvPr id="1185" name="Group 26"/>
            <p:cNvGrpSpPr/>
            <p:nvPr/>
          </p:nvGrpSpPr>
          <p:grpSpPr>
            <a:xfrm>
              <a:off x="965520" y="3726360"/>
              <a:ext cx="1753560" cy="679320"/>
              <a:chOff x="965520" y="3726360"/>
              <a:chExt cx="1753560" cy="679320"/>
            </a:xfrm>
          </p:grpSpPr>
          <p:sp>
            <p:nvSpPr>
              <p:cNvPr id="1186" name="Freeform 27"/>
              <p:cNvSpPr/>
              <p:nvPr/>
            </p:nvSpPr>
            <p:spPr>
              <a:xfrm>
                <a:off x="965520" y="3830400"/>
                <a:ext cx="1753560" cy="575280"/>
              </a:xfrm>
              <a:custGeom>
                <a:avLst/>
                <a:gdLst>
                  <a:gd name="textAreaLeft" fmla="*/ 0 w 1753560"/>
                  <a:gd name="textAreaRight" fmla="*/ 1753920 w 1753560"/>
                  <a:gd name="textAreaTop" fmla="*/ 0 h 575280"/>
                  <a:gd name="textAreaBottom" fmla="*/ 575640 h 575280"/>
                </a:gdLst>
                <a:ahLst/>
                <a:cxnLst/>
                <a:rect l="textAreaLeft" t="textAreaTop" r="textAreaRight" b="textAreaBottom"/>
                <a:pathLst>
                  <a:path w="681291" h="210488">
                    <a:moveTo>
                      <a:pt x="681291" y="0"/>
                    </a:moveTo>
                    <a:lnTo>
                      <a:pt x="0" y="0"/>
                    </a:lnTo>
                    <a:lnTo>
                      <a:pt x="101600" y="105244"/>
                    </a:lnTo>
                    <a:lnTo>
                      <a:pt x="0" y="210488"/>
                    </a:lnTo>
                    <a:lnTo>
                      <a:pt x="681291" y="210488"/>
                    </a:lnTo>
                    <a:lnTo>
                      <a:pt x="579691" y="105244"/>
                    </a:lnTo>
                    <a:lnTo>
                      <a:pt x="681291" y="0"/>
                    </a:lnTo>
                    <a:close/>
                  </a:path>
                </a:pathLst>
              </a:custGeom>
              <a:solidFill>
                <a:srgbClr val="00569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1187" name="TextBox 28"/>
              <p:cNvSpPr/>
              <p:nvPr/>
            </p:nvSpPr>
            <p:spPr>
              <a:xfrm>
                <a:off x="1194480" y="3726360"/>
                <a:ext cx="1296000" cy="679320"/>
              </a:xfrm>
              <a:prstGeom prst="rect">
                <a:avLst/>
              </a:prstGeom>
              <a:noFill/>
              <a:ln w="0">
                <a:noFill/>
              </a:ln>
            </p:spPr>
            <p:style>
              <a:lnRef idx="0">
                <a:scrgbClr r="0" g="0" b="0"/>
              </a:lnRef>
              <a:fillRef idx="0">
                <a:scrgbClr r="0" g="0" b="0"/>
              </a:fillRef>
              <a:effectRef idx="0">
                <a:scrgbClr r="0" g="0" b="0"/>
              </a:effectRef>
              <a:fontRef idx="minor"/>
            </p:style>
            <p:txBody>
              <a:bodyPr lIns="33840" tIns="33840" rIns="33840" bIns="33840" anchor="ctr">
                <a:noAutofit/>
              </a:bodyPr>
              <a:lstStyle/>
              <a:p>
                <a:pPr algn="ctr">
                  <a:lnSpc>
                    <a:spcPts val="1772"/>
                  </a:lnSpc>
                </a:pPr>
                <a:endParaRPr lang="fr-FR" sz="1200" b="0" strike="noStrike" spc="-1">
                  <a:solidFill>
                    <a:srgbClr val="000000"/>
                  </a:solidFill>
                  <a:latin typeface="Arial"/>
                </a:endParaRPr>
              </a:p>
              <a:p>
                <a:pPr algn="ctr">
                  <a:lnSpc>
                    <a:spcPts val="1772"/>
                  </a:lnSpc>
                </a:pPr>
                <a:endParaRPr lang="fr-FR" sz="1200" b="0" strike="noStrike" spc="-1">
                  <a:solidFill>
                    <a:srgbClr val="000000"/>
                  </a:solidFill>
                  <a:latin typeface="Arial"/>
                </a:endParaRPr>
              </a:p>
            </p:txBody>
          </p:sp>
        </p:grpSp>
        <p:sp>
          <p:nvSpPr>
            <p:cNvPr id="1188" name="Freeform 29"/>
            <p:cNvSpPr/>
            <p:nvPr/>
          </p:nvSpPr>
          <p:spPr>
            <a:xfrm>
              <a:off x="1478520" y="2624040"/>
              <a:ext cx="768960" cy="1053360"/>
            </a:xfrm>
            <a:custGeom>
              <a:avLst/>
              <a:gdLst>
                <a:gd name="textAreaLeft" fmla="*/ 0 w 768960"/>
                <a:gd name="textAreaRight" fmla="*/ 769320 w 768960"/>
                <a:gd name="textAreaTop" fmla="*/ 0 h 1053360"/>
                <a:gd name="textAreaBottom" fmla="*/ 1053720 h 1053360"/>
              </a:gdLst>
              <a:ahLst/>
              <a:cxnLst/>
              <a:rect l="textAreaLeft" t="textAreaTop" r="textAreaRight" b="textAreaBottom"/>
              <a:pathLst>
                <a:path w="1134279" h="1463180">
                  <a:moveTo>
                    <a:pt x="0" y="0"/>
                  </a:moveTo>
                  <a:lnTo>
                    <a:pt x="1134278" y="0"/>
                  </a:lnTo>
                  <a:lnTo>
                    <a:pt x="1134278" y="1463180"/>
                  </a:lnTo>
                  <a:lnTo>
                    <a:pt x="0" y="1463180"/>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189" name="TextBox 43"/>
            <p:cNvSpPr/>
            <p:nvPr/>
          </p:nvSpPr>
          <p:spPr>
            <a:xfrm>
              <a:off x="1278720" y="3930840"/>
              <a:ext cx="1161720" cy="26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ts val="2171"/>
                </a:lnSpc>
              </a:pPr>
              <a:endParaRPr lang="en-US" sz="1400" b="0" strike="noStrike" spc="-1">
                <a:solidFill>
                  <a:schemeClr val="lt1"/>
                </a:solidFill>
                <a:latin typeface="Poppins"/>
                <a:ea typeface="Arial"/>
              </a:endParaRPr>
            </a:p>
          </p:txBody>
        </p:sp>
      </p:grpSp>
      <p:sp>
        <p:nvSpPr>
          <p:cNvPr id="1190" name="TextBox 44"/>
          <p:cNvSpPr/>
          <p:nvPr/>
        </p:nvSpPr>
        <p:spPr>
          <a:xfrm>
            <a:off x="3448440" y="2772720"/>
            <a:ext cx="1154880" cy="50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ts val="1993"/>
              </a:lnSpc>
            </a:pPr>
            <a:r>
              <a:rPr lang="en-US" sz="1600" b="0" strike="noStrike" spc="-1">
                <a:solidFill>
                  <a:srgbClr val="FFFFFF"/>
                </a:solidFill>
                <a:latin typeface="Poppins"/>
                <a:ea typeface="Arial"/>
              </a:rPr>
              <a:t>Le patient (l’Assuré)</a:t>
            </a:r>
            <a:endParaRPr lang="fr-FR" sz="1600" b="0" strike="noStrike" spc="-1">
              <a:solidFill>
                <a:srgbClr val="000000"/>
              </a:solidFill>
              <a:latin typeface="Arial"/>
            </a:endParaRPr>
          </a:p>
        </p:txBody>
      </p:sp>
      <p:sp>
        <p:nvSpPr>
          <p:cNvPr id="1191" name="TextBox 45"/>
          <p:cNvSpPr/>
          <p:nvPr/>
        </p:nvSpPr>
        <p:spPr>
          <a:xfrm>
            <a:off x="5656500" y="4110570"/>
            <a:ext cx="1221840" cy="55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ts val="2171"/>
              </a:lnSpc>
            </a:pPr>
            <a:r>
              <a:rPr lang="fr-FR" sz="1400" b="0" strike="noStrike" spc="-1" dirty="0">
                <a:solidFill>
                  <a:schemeClr val="lt1"/>
                </a:solidFill>
                <a:latin typeface="Poppins"/>
                <a:ea typeface="Arial"/>
              </a:rPr>
              <a:t>Pharmacien</a:t>
            </a:r>
            <a:endParaRPr lang="fr-FR" sz="1400" b="0" strike="noStrike" spc="-1" dirty="0">
              <a:solidFill>
                <a:srgbClr val="000000"/>
              </a:solidFill>
              <a:latin typeface="Arial"/>
            </a:endParaRPr>
          </a:p>
          <a:p>
            <a:pPr algn="ctr">
              <a:lnSpc>
                <a:spcPts val="2171"/>
              </a:lnSpc>
            </a:pPr>
            <a:endParaRPr lang="fr-FR" sz="1400" b="0" strike="noStrike" spc="-1" dirty="0">
              <a:solidFill>
                <a:srgbClr val="000000"/>
              </a:solidFill>
              <a:latin typeface="Arial"/>
            </a:endParaRPr>
          </a:p>
        </p:txBody>
      </p:sp>
      <p:grpSp>
        <p:nvGrpSpPr>
          <p:cNvPr id="1192" name="Group 34"/>
          <p:cNvGrpSpPr/>
          <p:nvPr/>
        </p:nvGrpSpPr>
        <p:grpSpPr>
          <a:xfrm>
            <a:off x="6784200" y="2426760"/>
            <a:ext cx="1753560" cy="679320"/>
            <a:chOff x="6784200" y="2426760"/>
            <a:chExt cx="1753560" cy="679320"/>
          </a:xfrm>
        </p:grpSpPr>
        <p:sp>
          <p:nvSpPr>
            <p:cNvPr id="1193" name="Freeform 35"/>
            <p:cNvSpPr/>
            <p:nvPr/>
          </p:nvSpPr>
          <p:spPr>
            <a:xfrm>
              <a:off x="6784200" y="2530800"/>
              <a:ext cx="1753560" cy="575280"/>
            </a:xfrm>
            <a:custGeom>
              <a:avLst/>
              <a:gdLst>
                <a:gd name="textAreaLeft" fmla="*/ 0 w 1753560"/>
                <a:gd name="textAreaRight" fmla="*/ 1753920 w 1753560"/>
                <a:gd name="textAreaTop" fmla="*/ 0 h 575280"/>
                <a:gd name="textAreaBottom" fmla="*/ 575640 h 575280"/>
              </a:gdLst>
              <a:ahLst/>
              <a:cxnLst/>
              <a:rect l="textAreaLeft" t="textAreaTop" r="textAreaRight" b="textAreaBottom"/>
              <a:pathLst>
                <a:path w="681291" h="210488">
                  <a:moveTo>
                    <a:pt x="681291" y="0"/>
                  </a:moveTo>
                  <a:lnTo>
                    <a:pt x="0" y="0"/>
                  </a:lnTo>
                  <a:lnTo>
                    <a:pt x="101600" y="105244"/>
                  </a:lnTo>
                  <a:lnTo>
                    <a:pt x="0" y="210488"/>
                  </a:lnTo>
                  <a:lnTo>
                    <a:pt x="681291" y="210488"/>
                  </a:lnTo>
                  <a:lnTo>
                    <a:pt x="579691" y="105244"/>
                  </a:lnTo>
                  <a:lnTo>
                    <a:pt x="681291" y="0"/>
                  </a:lnTo>
                  <a:close/>
                </a:path>
              </a:pathLst>
            </a:custGeom>
            <a:solidFill>
              <a:srgbClr val="00569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1194" name="TextBox 36"/>
            <p:cNvSpPr/>
            <p:nvPr/>
          </p:nvSpPr>
          <p:spPr>
            <a:xfrm>
              <a:off x="7012800" y="2426760"/>
              <a:ext cx="1296000" cy="679320"/>
            </a:xfrm>
            <a:prstGeom prst="rect">
              <a:avLst/>
            </a:prstGeom>
            <a:noFill/>
            <a:ln w="0">
              <a:noFill/>
            </a:ln>
          </p:spPr>
          <p:style>
            <a:lnRef idx="0">
              <a:scrgbClr r="0" g="0" b="0"/>
            </a:lnRef>
            <a:fillRef idx="0">
              <a:scrgbClr r="0" g="0" b="0"/>
            </a:fillRef>
            <a:effectRef idx="0">
              <a:scrgbClr r="0" g="0" b="0"/>
            </a:effectRef>
            <a:fontRef idx="minor"/>
          </p:style>
          <p:txBody>
            <a:bodyPr lIns="33840" tIns="33840" rIns="33840" bIns="33840" anchor="ctr">
              <a:noAutofit/>
            </a:bodyPr>
            <a:lstStyle/>
            <a:p>
              <a:pPr algn="ctr">
                <a:lnSpc>
                  <a:spcPts val="1772"/>
                </a:lnSpc>
              </a:pPr>
              <a:endParaRPr lang="fr-FR" sz="1200" b="0" strike="noStrike" spc="-1">
                <a:solidFill>
                  <a:srgbClr val="000000"/>
                </a:solidFill>
                <a:latin typeface="Arial"/>
              </a:endParaRPr>
            </a:p>
            <a:p>
              <a:pPr algn="ctr">
                <a:lnSpc>
                  <a:spcPts val="1772"/>
                </a:lnSpc>
              </a:pPr>
              <a:endParaRPr lang="fr-FR" sz="1200" b="0" strike="noStrike" spc="-1">
                <a:solidFill>
                  <a:srgbClr val="000000"/>
                </a:solidFill>
                <a:latin typeface="Arial"/>
              </a:endParaRPr>
            </a:p>
          </p:txBody>
        </p:sp>
      </p:grpSp>
      <p:sp>
        <p:nvSpPr>
          <p:cNvPr id="1195" name="Freeform 37"/>
          <p:cNvSpPr/>
          <p:nvPr/>
        </p:nvSpPr>
        <p:spPr>
          <a:xfrm>
            <a:off x="7319160" y="1415880"/>
            <a:ext cx="768960" cy="1053360"/>
          </a:xfrm>
          <a:custGeom>
            <a:avLst/>
            <a:gdLst>
              <a:gd name="textAreaLeft" fmla="*/ 0 w 768960"/>
              <a:gd name="textAreaRight" fmla="*/ 769320 w 768960"/>
              <a:gd name="textAreaTop" fmla="*/ 0 h 1053360"/>
              <a:gd name="textAreaBottom" fmla="*/ 1053720 h 1053360"/>
            </a:gdLst>
            <a:ahLst/>
            <a:cxnLst/>
            <a:rect l="textAreaLeft" t="textAreaTop" r="textAreaRight" b="textAreaBottom"/>
            <a:pathLst>
              <a:path w="1134279" h="1463180">
                <a:moveTo>
                  <a:pt x="0" y="0"/>
                </a:moveTo>
                <a:lnTo>
                  <a:pt x="1134279" y="0"/>
                </a:lnTo>
                <a:lnTo>
                  <a:pt x="1134279" y="1463180"/>
                </a:lnTo>
                <a:lnTo>
                  <a:pt x="0" y="1463180"/>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196" name="TextBox 45"/>
          <p:cNvSpPr/>
          <p:nvPr/>
        </p:nvSpPr>
        <p:spPr>
          <a:xfrm>
            <a:off x="7067160" y="2643120"/>
            <a:ext cx="1280880" cy="27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a:lnSpc>
                <a:spcPts val="2171"/>
              </a:lnSpc>
            </a:pPr>
            <a:r>
              <a:rPr lang="fr-FR" sz="1400" b="0" strike="noStrike" spc="-1">
                <a:solidFill>
                  <a:schemeClr val="lt1"/>
                </a:solidFill>
                <a:latin typeface="Poppins"/>
                <a:ea typeface="Arial"/>
              </a:rPr>
              <a:t>La CNAS</a:t>
            </a:r>
            <a:endParaRPr lang="fr-FR" sz="1400" b="0" strike="noStrike" spc="-1">
              <a:solidFill>
                <a:srgbClr val="000000"/>
              </a:solidFill>
              <a:latin typeface="Arial"/>
            </a:endParaRPr>
          </a:p>
        </p:txBody>
      </p:sp>
      <p:pic>
        <p:nvPicPr>
          <p:cNvPr id="1197" name="Image 22"/>
          <p:cNvPicPr/>
          <p:nvPr/>
        </p:nvPicPr>
        <p:blipFill>
          <a:blip r:embed="rId5"/>
          <a:stretch/>
        </p:blipFill>
        <p:spPr>
          <a:xfrm>
            <a:off x="268920" y="923040"/>
            <a:ext cx="450720" cy="377640"/>
          </a:xfrm>
          <a:prstGeom prst="rect">
            <a:avLst/>
          </a:prstGeom>
          <a:ln w="0">
            <a:noFill/>
          </a:ln>
        </p:spPr>
      </p:pic>
      <p:sp>
        <p:nvSpPr>
          <p:cNvPr id="1198" name="ZoneTexte 25"/>
          <p:cNvSpPr/>
          <p:nvPr/>
        </p:nvSpPr>
        <p:spPr>
          <a:xfrm>
            <a:off x="1353240" y="3951180"/>
            <a:ext cx="673488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fr-FR" sz="1400" b="0" strike="noStrike" spc="-1" dirty="0">
                <a:solidFill>
                  <a:schemeClr val="lt1"/>
                </a:solidFill>
                <a:latin typeface="Poppins"/>
                <a:ea typeface="Arial"/>
              </a:rPr>
              <a:t>Médecin</a:t>
            </a:r>
            <a:endParaRPr lang="fr-FR" sz="14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175"/>
                                        </p:tgtEl>
                                        <p:attrNameLst>
                                          <p:attrName>style.visibility</p:attrName>
                                        </p:attrNameLst>
                                      </p:cBhvr>
                                      <p:to>
                                        <p:strVal val="visible"/>
                                      </p:to>
                                    </p:set>
                                    <p:animEffect transition="in" filter="randombar(vertical)">
                                      <p:cBhvr>
                                        <p:cTn id="7" dur="500"/>
                                        <p:tgtEl>
                                          <p:spTgt spid="1175"/>
                                        </p:tgtEl>
                                      </p:cBhvr>
                                    </p:animEffect>
                                  </p:childTnLst>
                                </p:cTn>
                              </p:par>
                              <p:par>
                                <p:cTn id="8" presetID="14" presetClass="entr" presetSubtype="5" fill="hold" nodeType="withEffect">
                                  <p:stCondLst>
                                    <p:cond delay="0"/>
                                  </p:stCondLst>
                                  <p:childTnLst>
                                    <p:set>
                                      <p:cBhvr>
                                        <p:cTn id="9" dur="1" fill="hold">
                                          <p:stCondLst>
                                            <p:cond delay="0"/>
                                          </p:stCondLst>
                                        </p:cTn>
                                        <p:tgtEl>
                                          <p:spTgt spid="1176"/>
                                        </p:tgtEl>
                                        <p:attrNameLst>
                                          <p:attrName>style.visibility</p:attrName>
                                        </p:attrNameLst>
                                      </p:cBhvr>
                                      <p:to>
                                        <p:strVal val="visible"/>
                                      </p:to>
                                    </p:set>
                                    <p:animEffect transition="in" filter="randombar(vertical)">
                                      <p:cBhvr>
                                        <p:cTn id="10" dur="500"/>
                                        <p:tgtEl>
                                          <p:spTgt spid="1176"/>
                                        </p:tgtEl>
                                      </p:cBhvr>
                                    </p:animEffect>
                                  </p:childTnLst>
                                </p:cTn>
                              </p:par>
                              <p:par>
                                <p:cTn id="11" presetID="14" presetClass="entr" presetSubtype="5" fill="hold" grpId="0" nodeType="withEffect">
                                  <p:stCondLst>
                                    <p:cond delay="0"/>
                                  </p:stCondLst>
                                  <p:childTnLst>
                                    <p:set>
                                      <p:cBhvr>
                                        <p:cTn id="12" dur="1" fill="hold">
                                          <p:stCondLst>
                                            <p:cond delay="0"/>
                                          </p:stCondLst>
                                        </p:cTn>
                                        <p:tgtEl>
                                          <p:spTgt spid="1179"/>
                                        </p:tgtEl>
                                        <p:attrNameLst>
                                          <p:attrName>style.visibility</p:attrName>
                                        </p:attrNameLst>
                                      </p:cBhvr>
                                      <p:to>
                                        <p:strVal val="visible"/>
                                      </p:to>
                                    </p:set>
                                    <p:animEffect transition="in" filter="randombar(vertical)">
                                      <p:cBhvr>
                                        <p:cTn id="13" dur="500"/>
                                        <p:tgtEl>
                                          <p:spTgt spid="1179"/>
                                        </p:tgtEl>
                                      </p:cBhvr>
                                    </p:animEffect>
                                  </p:childTnLst>
                                </p:cTn>
                              </p:par>
                              <p:par>
                                <p:cTn id="14" presetID="14" presetClass="entr" presetSubtype="5" fill="hold" nodeType="withEffect">
                                  <p:stCondLst>
                                    <p:cond delay="0"/>
                                  </p:stCondLst>
                                  <p:childTnLst>
                                    <p:set>
                                      <p:cBhvr>
                                        <p:cTn id="15" dur="1" fill="hold">
                                          <p:stCondLst>
                                            <p:cond delay="0"/>
                                          </p:stCondLst>
                                        </p:cTn>
                                        <p:tgtEl>
                                          <p:spTgt spid="1180"/>
                                        </p:tgtEl>
                                        <p:attrNameLst>
                                          <p:attrName>style.visibility</p:attrName>
                                        </p:attrNameLst>
                                      </p:cBhvr>
                                      <p:to>
                                        <p:strVal val="visible"/>
                                      </p:to>
                                    </p:set>
                                    <p:animEffect transition="in" filter="randombar(vertical)">
                                      <p:cBhvr>
                                        <p:cTn id="16" dur="500"/>
                                        <p:tgtEl>
                                          <p:spTgt spid="1180"/>
                                        </p:tgtEl>
                                      </p:cBhvr>
                                    </p:animEffect>
                                  </p:childTnLst>
                                </p:cTn>
                              </p:par>
                              <p:par>
                                <p:cTn id="17" presetID="14" presetClass="entr" presetSubtype="5" fill="hold" grpId="0" nodeType="withEffect">
                                  <p:stCondLst>
                                    <p:cond delay="0"/>
                                  </p:stCondLst>
                                  <p:childTnLst>
                                    <p:set>
                                      <p:cBhvr>
                                        <p:cTn id="18" dur="1" fill="hold">
                                          <p:stCondLst>
                                            <p:cond delay="0"/>
                                          </p:stCondLst>
                                        </p:cTn>
                                        <p:tgtEl>
                                          <p:spTgt spid="1183"/>
                                        </p:tgtEl>
                                        <p:attrNameLst>
                                          <p:attrName>style.visibility</p:attrName>
                                        </p:attrNameLst>
                                      </p:cBhvr>
                                      <p:to>
                                        <p:strVal val="visible"/>
                                      </p:to>
                                    </p:set>
                                    <p:animEffect transition="in" filter="randombar(vertical)">
                                      <p:cBhvr>
                                        <p:cTn id="19" dur="500"/>
                                        <p:tgtEl>
                                          <p:spTgt spid="1183"/>
                                        </p:tgtEl>
                                      </p:cBhvr>
                                    </p:animEffect>
                                  </p:childTnLst>
                                </p:cTn>
                              </p:par>
                              <p:par>
                                <p:cTn id="20" presetID="14" presetClass="entr" presetSubtype="5" fill="hold" nodeType="withEffect">
                                  <p:stCondLst>
                                    <p:cond delay="0"/>
                                  </p:stCondLst>
                                  <p:childTnLst>
                                    <p:set>
                                      <p:cBhvr>
                                        <p:cTn id="21" dur="1" fill="hold">
                                          <p:stCondLst>
                                            <p:cond delay="0"/>
                                          </p:stCondLst>
                                        </p:cTn>
                                        <p:tgtEl>
                                          <p:spTgt spid="1184"/>
                                        </p:tgtEl>
                                        <p:attrNameLst>
                                          <p:attrName>style.visibility</p:attrName>
                                        </p:attrNameLst>
                                      </p:cBhvr>
                                      <p:to>
                                        <p:strVal val="visible"/>
                                      </p:to>
                                    </p:set>
                                    <p:animEffect transition="in" filter="randombar(vertical)">
                                      <p:cBhvr>
                                        <p:cTn id="22" dur="500"/>
                                        <p:tgtEl>
                                          <p:spTgt spid="1184"/>
                                        </p:tgtEl>
                                      </p:cBhvr>
                                    </p:animEffect>
                                  </p:childTnLst>
                                </p:cTn>
                              </p:par>
                              <p:par>
                                <p:cTn id="23" presetID="14" presetClass="entr" presetSubtype="5" fill="hold" grpId="0" nodeType="withEffect">
                                  <p:stCondLst>
                                    <p:cond delay="0"/>
                                  </p:stCondLst>
                                  <p:childTnLst>
                                    <p:set>
                                      <p:cBhvr>
                                        <p:cTn id="24" dur="1" fill="hold">
                                          <p:stCondLst>
                                            <p:cond delay="0"/>
                                          </p:stCondLst>
                                        </p:cTn>
                                        <p:tgtEl>
                                          <p:spTgt spid="1190"/>
                                        </p:tgtEl>
                                        <p:attrNameLst>
                                          <p:attrName>style.visibility</p:attrName>
                                        </p:attrNameLst>
                                      </p:cBhvr>
                                      <p:to>
                                        <p:strVal val="visible"/>
                                      </p:to>
                                    </p:set>
                                    <p:animEffect transition="in" filter="randombar(vertical)">
                                      <p:cBhvr>
                                        <p:cTn id="25" dur="500"/>
                                        <p:tgtEl>
                                          <p:spTgt spid="1190"/>
                                        </p:tgtEl>
                                      </p:cBhvr>
                                    </p:animEffect>
                                  </p:childTnLst>
                                </p:cTn>
                              </p:par>
                              <p:par>
                                <p:cTn id="26" presetID="14" presetClass="entr" presetSubtype="5" fill="hold" nodeType="withEffect">
                                  <p:stCondLst>
                                    <p:cond delay="0"/>
                                  </p:stCondLst>
                                  <p:childTnLst>
                                    <p:set>
                                      <p:cBhvr>
                                        <p:cTn id="27" dur="1" fill="hold">
                                          <p:stCondLst>
                                            <p:cond delay="0"/>
                                          </p:stCondLst>
                                        </p:cTn>
                                        <p:tgtEl>
                                          <p:spTgt spid="1192"/>
                                        </p:tgtEl>
                                        <p:attrNameLst>
                                          <p:attrName>style.visibility</p:attrName>
                                        </p:attrNameLst>
                                      </p:cBhvr>
                                      <p:to>
                                        <p:strVal val="visible"/>
                                      </p:to>
                                    </p:set>
                                    <p:animEffect transition="in" filter="randombar(vertical)">
                                      <p:cBhvr>
                                        <p:cTn id="28" dur="500"/>
                                        <p:tgtEl>
                                          <p:spTgt spid="1192"/>
                                        </p:tgtEl>
                                      </p:cBhvr>
                                    </p:animEffect>
                                  </p:childTnLst>
                                </p:cTn>
                              </p:par>
                              <p:par>
                                <p:cTn id="29" presetID="14" presetClass="entr" presetSubtype="5" fill="hold" grpId="0" nodeType="withEffect">
                                  <p:stCondLst>
                                    <p:cond delay="0"/>
                                  </p:stCondLst>
                                  <p:childTnLst>
                                    <p:set>
                                      <p:cBhvr>
                                        <p:cTn id="30" dur="1" fill="hold">
                                          <p:stCondLst>
                                            <p:cond delay="0"/>
                                          </p:stCondLst>
                                        </p:cTn>
                                        <p:tgtEl>
                                          <p:spTgt spid="1195"/>
                                        </p:tgtEl>
                                        <p:attrNameLst>
                                          <p:attrName>style.visibility</p:attrName>
                                        </p:attrNameLst>
                                      </p:cBhvr>
                                      <p:to>
                                        <p:strVal val="visible"/>
                                      </p:to>
                                    </p:set>
                                    <p:animEffect transition="in" filter="randombar(vertical)">
                                      <p:cBhvr>
                                        <p:cTn id="31" dur="500"/>
                                        <p:tgtEl>
                                          <p:spTgt spid="1195"/>
                                        </p:tgtEl>
                                      </p:cBhvr>
                                    </p:animEffect>
                                  </p:childTnLst>
                                </p:cTn>
                              </p:par>
                              <p:par>
                                <p:cTn id="32" presetID="14" presetClass="entr" presetSubtype="5" fill="hold" grpId="0" nodeType="withEffect">
                                  <p:stCondLst>
                                    <p:cond delay="0"/>
                                  </p:stCondLst>
                                  <p:childTnLst>
                                    <p:set>
                                      <p:cBhvr>
                                        <p:cTn id="33" dur="1" fill="hold">
                                          <p:stCondLst>
                                            <p:cond delay="0"/>
                                          </p:stCondLst>
                                        </p:cTn>
                                        <p:tgtEl>
                                          <p:spTgt spid="1196"/>
                                        </p:tgtEl>
                                        <p:attrNameLst>
                                          <p:attrName>style.visibility</p:attrName>
                                        </p:attrNameLst>
                                      </p:cBhvr>
                                      <p:to>
                                        <p:strVal val="visible"/>
                                      </p:to>
                                    </p:set>
                                    <p:animEffect transition="in" filter="randombar(vertical)">
                                      <p:cBhvr>
                                        <p:cTn id="34" dur="500"/>
                                        <p:tgtEl>
                                          <p:spTgt spid="1196"/>
                                        </p:tgtEl>
                                      </p:cBhvr>
                                    </p:animEffect>
                                  </p:childTnLst>
                                </p:cTn>
                              </p:par>
                              <p:par>
                                <p:cTn id="35" presetID="14" presetClass="entr" presetSubtype="5" fill="hold" grpId="0" nodeType="withEffect">
                                  <p:stCondLst>
                                    <p:cond delay="0"/>
                                  </p:stCondLst>
                                  <p:childTnLst>
                                    <p:set>
                                      <p:cBhvr>
                                        <p:cTn id="36" dur="1" fill="hold">
                                          <p:stCondLst>
                                            <p:cond delay="0"/>
                                          </p:stCondLst>
                                        </p:cTn>
                                        <p:tgtEl>
                                          <p:spTgt spid="1198"/>
                                        </p:tgtEl>
                                        <p:attrNameLst>
                                          <p:attrName>style.visibility</p:attrName>
                                        </p:attrNameLst>
                                      </p:cBhvr>
                                      <p:to>
                                        <p:strVal val="visible"/>
                                      </p:to>
                                    </p:set>
                                    <p:animEffect transition="in" filter="randombar(vertical)">
                                      <p:cBhvr>
                                        <p:cTn id="37" dur="500"/>
                                        <p:tgtEl>
                                          <p:spTgt spid="1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5" grpId="0"/>
      <p:bldP spid="1179" grpId="0" animBg="1"/>
      <p:bldP spid="1183" grpId="0" animBg="1"/>
      <p:bldP spid="1190" grpId="0"/>
      <p:bldP spid="1195" grpId="0" animBg="1"/>
      <p:bldP spid="1196" grpId="0"/>
      <p:bldP spid="119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9" name="PlaceHolder 1"/>
          <p:cNvSpPr>
            <a:spLocks noGrp="1"/>
          </p:cNvSpPr>
          <p:nvPr>
            <p:ph type="title"/>
          </p:nvPr>
        </p:nvSpPr>
        <p:spPr>
          <a:xfrm>
            <a:off x="896040" y="86760"/>
            <a:ext cx="7703640" cy="572400"/>
          </a:xfrm>
          <a:prstGeom prst="rect">
            <a:avLst/>
          </a:prstGeom>
          <a:noFill/>
          <a:ln w="0">
            <a:noFill/>
          </a:ln>
        </p:spPr>
        <p:txBody>
          <a:bodyPr lIns="91440" tIns="91440" rIns="91440" bIns="91440" anchor="t">
            <a:noAutofit/>
          </a:bodyPr>
          <a:lstStyle/>
          <a:p>
            <a:pPr indent="0">
              <a:lnSpc>
                <a:spcPct val="243000"/>
              </a:lnSpc>
              <a:buNone/>
              <a:tabLst>
                <a:tab pos="0" algn="l"/>
              </a:tabLst>
            </a:pPr>
            <a:r>
              <a:rPr lang="en" sz="1900" b="0" strike="noStrike" spc="-1" dirty="0">
                <a:solidFill>
                  <a:schemeClr val="dk2"/>
                </a:solidFill>
                <a:latin typeface="Poppins"/>
                <a:ea typeface="Arial"/>
              </a:rPr>
              <a:t>Que fais chaque utilisateur dans notre système ?</a:t>
            </a:r>
            <a:endParaRPr lang="fr-FR" sz="1900" b="0" strike="noStrike" spc="-1" dirty="0">
              <a:solidFill>
                <a:srgbClr val="000000"/>
              </a:solidFill>
              <a:latin typeface="Arial"/>
            </a:endParaRPr>
          </a:p>
          <a:p>
            <a:pPr indent="0" algn="ctr">
              <a:lnSpc>
                <a:spcPct val="100000"/>
              </a:lnSpc>
              <a:buNone/>
              <a:tabLst>
                <a:tab pos="0" algn="l"/>
              </a:tabLst>
            </a:pPr>
            <a:endParaRPr lang="fr-FR" sz="1200" b="0" strike="noStrike" spc="-1" dirty="0">
              <a:solidFill>
                <a:srgbClr val="000000"/>
              </a:solidFill>
              <a:latin typeface="Arial"/>
            </a:endParaRPr>
          </a:p>
        </p:txBody>
      </p:sp>
      <p:grpSp>
        <p:nvGrpSpPr>
          <p:cNvPr id="1200" name="Google Shape;1686;g34e3735cec0_6_68"/>
          <p:cNvGrpSpPr/>
          <p:nvPr/>
        </p:nvGrpSpPr>
        <p:grpSpPr>
          <a:xfrm>
            <a:off x="-138240" y="4002480"/>
            <a:ext cx="4558680" cy="1140480"/>
            <a:chOff x="-138240" y="4002480"/>
            <a:chExt cx="4558680" cy="1140480"/>
          </a:xfrm>
        </p:grpSpPr>
        <p:grpSp>
          <p:nvGrpSpPr>
            <p:cNvPr id="1201" name="Google Shape;1687;g34e3735cec0_6_68"/>
            <p:cNvGrpSpPr/>
            <p:nvPr/>
          </p:nvGrpSpPr>
          <p:grpSpPr>
            <a:xfrm>
              <a:off x="-14040" y="4002480"/>
              <a:ext cx="2307960" cy="1140480"/>
              <a:chOff x="-14040" y="4002480"/>
              <a:chExt cx="2307960" cy="1140480"/>
            </a:xfrm>
          </p:grpSpPr>
          <p:sp>
            <p:nvSpPr>
              <p:cNvPr id="1202" name="Google Shape;1688;g34e3735cec0_6_68"/>
              <p:cNvSpPr/>
              <p:nvPr/>
            </p:nvSpPr>
            <p:spPr>
              <a:xfrm rot="5400000">
                <a:off x="649080" y="349848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03" name="Google Shape;1689;g34e3735cec0_6_68"/>
              <p:cNvSpPr/>
              <p:nvPr/>
            </p:nvSpPr>
            <p:spPr>
              <a:xfrm rot="5400000">
                <a:off x="649440" y="333936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204" name="Google Shape;1690;g34e3735cec0_6_68"/>
            <p:cNvGrpSpPr/>
            <p:nvPr/>
          </p:nvGrpSpPr>
          <p:grpSpPr>
            <a:xfrm>
              <a:off x="-138240" y="4256280"/>
              <a:ext cx="4558680" cy="133920"/>
              <a:chOff x="-138240" y="4256280"/>
              <a:chExt cx="4558680" cy="133920"/>
            </a:xfrm>
          </p:grpSpPr>
          <p:sp>
            <p:nvSpPr>
              <p:cNvPr id="1205" name="Google Shape;1691;g34e3735cec0_6_68"/>
              <p:cNvSpPr/>
              <p:nvPr/>
            </p:nvSpPr>
            <p:spPr>
              <a:xfrm>
                <a:off x="4286520" y="425628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1206" name="Google Shape;1692;g34e3735cec0_6_68"/>
              <p:cNvCxnSpPr/>
              <p:nvPr/>
            </p:nvCxnSpPr>
            <p:spPr>
              <a:xfrm>
                <a:off x="-138240" y="4323240"/>
                <a:ext cx="4462920" cy="360"/>
              </a:xfrm>
              <a:prstGeom prst="straightConnector1">
                <a:avLst/>
              </a:prstGeom>
              <a:ln w="9525">
                <a:solidFill>
                  <a:srgbClr val="0C0A9E"/>
                </a:solidFill>
                <a:round/>
              </a:ln>
            </p:spPr>
          </p:cxnSp>
          <p:sp>
            <p:nvSpPr>
              <p:cNvPr id="1207" name="Google Shape;1693;g34e3735cec0_6_68"/>
              <p:cNvSpPr/>
              <p:nvPr/>
            </p:nvSpPr>
            <p:spPr>
              <a:xfrm>
                <a:off x="4316760" y="42865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pic>
        <p:nvPicPr>
          <p:cNvPr id="1208" name="Image 2"/>
          <p:cNvPicPr/>
          <p:nvPr/>
        </p:nvPicPr>
        <p:blipFill>
          <a:blip r:embed="rId2"/>
          <a:stretch/>
        </p:blipFill>
        <p:spPr>
          <a:xfrm>
            <a:off x="1821240" y="1067760"/>
            <a:ext cx="4230000" cy="3584520"/>
          </a:xfrm>
          <a:prstGeom prst="rect">
            <a:avLst/>
          </a:prstGeom>
          <a:ln w="0">
            <a:noFill/>
          </a:ln>
        </p:spPr>
      </p:pic>
      <p:sp>
        <p:nvSpPr>
          <p:cNvPr id="1209" name="Rectangle 3"/>
          <p:cNvSpPr/>
          <p:nvPr/>
        </p:nvSpPr>
        <p:spPr>
          <a:xfrm>
            <a:off x="3549600" y="1981800"/>
            <a:ext cx="2237400" cy="438120"/>
          </a:xfrm>
          <a:prstGeom prst="rect">
            <a:avLst/>
          </a:prstGeom>
          <a:solidFill>
            <a:srgbClr val="FFFFFF"/>
          </a:solidFill>
          <a:ln>
            <a:no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fr-FR" sz="2000" b="0" strike="noStrike" spc="-1" dirty="0">
                <a:solidFill>
                  <a:schemeClr val="dk1"/>
                </a:solidFill>
                <a:latin typeface="Arial"/>
                <a:ea typeface="Arial"/>
              </a:rPr>
              <a:t>Faire empreinte</a:t>
            </a:r>
            <a:endParaRPr lang="fr-FR" sz="2000" b="0" strike="noStrike" spc="-1" dirty="0">
              <a:solidFill>
                <a:srgbClr val="000000"/>
              </a:solidFill>
              <a:latin typeface="Arial"/>
            </a:endParaRPr>
          </a:p>
        </p:txBody>
      </p:sp>
      <p:sp>
        <p:nvSpPr>
          <p:cNvPr id="1210" name="Rectangle 4"/>
          <p:cNvSpPr/>
          <p:nvPr/>
        </p:nvSpPr>
        <p:spPr>
          <a:xfrm>
            <a:off x="3179880" y="3028680"/>
            <a:ext cx="2774520" cy="845280"/>
          </a:xfrm>
          <a:prstGeom prst="rect">
            <a:avLst/>
          </a:prstGeom>
          <a:solidFill>
            <a:srgbClr val="FFFFFF"/>
          </a:solidFill>
          <a:ln>
            <a:no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fr-FR" sz="1400" b="0" strike="noStrike" spc="-1">
              <a:solidFill>
                <a:schemeClr val="lt1"/>
              </a:solidFill>
              <a:latin typeface="Arial"/>
              <a:ea typeface="Arial"/>
            </a:endParaRPr>
          </a:p>
        </p:txBody>
      </p:sp>
      <p:sp>
        <p:nvSpPr>
          <p:cNvPr id="1211" name="Rectangle 5"/>
          <p:cNvSpPr/>
          <p:nvPr/>
        </p:nvSpPr>
        <p:spPr>
          <a:xfrm>
            <a:off x="3625200" y="2760120"/>
            <a:ext cx="2161800" cy="231840"/>
          </a:xfrm>
          <a:prstGeom prst="rect">
            <a:avLst/>
          </a:prstGeom>
          <a:solidFill>
            <a:srgbClr val="FFFFFF"/>
          </a:solidFill>
          <a:ln>
            <a:no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fr-FR" sz="2000" b="0" strike="noStrike" spc="-1" dirty="0">
                <a:solidFill>
                  <a:schemeClr val="dk1"/>
                </a:solidFill>
                <a:latin typeface="Arial"/>
                <a:ea typeface="Arial"/>
              </a:rPr>
              <a:t>S'authentifier </a:t>
            </a:r>
            <a:endParaRPr lang="fr-FR" sz="20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09"/>
                                        </p:tgtEl>
                                        <p:attrNameLst>
                                          <p:attrName>style.visibility</p:attrName>
                                        </p:attrNameLst>
                                      </p:cBhvr>
                                      <p:to>
                                        <p:strVal val="visible"/>
                                      </p:to>
                                    </p:set>
                                    <p:anim calcmode="lin" valueType="num">
                                      <p:cBhvr additive="base">
                                        <p:cTn id="7" dur="500" fill="hold"/>
                                        <p:tgtEl>
                                          <p:spTgt spid="1209"/>
                                        </p:tgtEl>
                                        <p:attrNameLst>
                                          <p:attrName>ppt_x</p:attrName>
                                        </p:attrNameLst>
                                      </p:cBhvr>
                                      <p:tavLst>
                                        <p:tav tm="0">
                                          <p:val>
                                            <p:strVal val="#ppt_x"/>
                                          </p:val>
                                        </p:tav>
                                        <p:tav tm="100000">
                                          <p:val>
                                            <p:strVal val="#ppt_x"/>
                                          </p:val>
                                        </p:tav>
                                      </p:tavLst>
                                    </p:anim>
                                    <p:anim calcmode="lin" valueType="num">
                                      <p:cBhvr additive="base">
                                        <p:cTn id="8" dur="500" fill="hold"/>
                                        <p:tgtEl>
                                          <p:spTgt spid="120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10"/>
                                        </p:tgtEl>
                                        <p:attrNameLst>
                                          <p:attrName>style.visibility</p:attrName>
                                        </p:attrNameLst>
                                      </p:cBhvr>
                                      <p:to>
                                        <p:strVal val="visible"/>
                                      </p:to>
                                    </p:set>
                                    <p:anim calcmode="lin" valueType="num">
                                      <p:cBhvr additive="base">
                                        <p:cTn id="11" dur="500" fill="hold"/>
                                        <p:tgtEl>
                                          <p:spTgt spid="1210"/>
                                        </p:tgtEl>
                                        <p:attrNameLst>
                                          <p:attrName>ppt_x</p:attrName>
                                        </p:attrNameLst>
                                      </p:cBhvr>
                                      <p:tavLst>
                                        <p:tav tm="0">
                                          <p:val>
                                            <p:strVal val="#ppt_x"/>
                                          </p:val>
                                        </p:tav>
                                        <p:tav tm="100000">
                                          <p:val>
                                            <p:strVal val="#ppt_x"/>
                                          </p:val>
                                        </p:tav>
                                      </p:tavLst>
                                    </p:anim>
                                    <p:anim calcmode="lin" valueType="num">
                                      <p:cBhvr additive="base">
                                        <p:cTn id="12" dur="500" fill="hold"/>
                                        <p:tgtEl>
                                          <p:spTgt spid="12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11"/>
                                        </p:tgtEl>
                                        <p:attrNameLst>
                                          <p:attrName>style.visibility</p:attrName>
                                        </p:attrNameLst>
                                      </p:cBhvr>
                                      <p:to>
                                        <p:strVal val="visible"/>
                                      </p:to>
                                    </p:set>
                                    <p:anim calcmode="lin" valueType="num">
                                      <p:cBhvr additive="base">
                                        <p:cTn id="15" dur="500" fill="hold"/>
                                        <p:tgtEl>
                                          <p:spTgt spid="1211"/>
                                        </p:tgtEl>
                                        <p:attrNameLst>
                                          <p:attrName>ppt_x</p:attrName>
                                        </p:attrNameLst>
                                      </p:cBhvr>
                                      <p:tavLst>
                                        <p:tav tm="0">
                                          <p:val>
                                            <p:strVal val="#ppt_x"/>
                                          </p:val>
                                        </p:tav>
                                        <p:tav tm="100000">
                                          <p:val>
                                            <p:strVal val="#ppt_x"/>
                                          </p:val>
                                        </p:tav>
                                      </p:tavLst>
                                    </p:anim>
                                    <p:anim calcmode="lin" valueType="num">
                                      <p:cBhvr additive="base">
                                        <p:cTn id="16" dur="500" fill="hold"/>
                                        <p:tgtEl>
                                          <p:spTgt spid="12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99"/>
                                        </p:tgtEl>
                                        <p:attrNameLst>
                                          <p:attrName>style.visibility</p:attrName>
                                        </p:attrNameLst>
                                      </p:cBhvr>
                                      <p:to>
                                        <p:strVal val="visible"/>
                                      </p:to>
                                    </p:set>
                                    <p:anim calcmode="lin" valueType="num">
                                      <p:cBhvr additive="base">
                                        <p:cTn id="19" dur="500" fill="hold"/>
                                        <p:tgtEl>
                                          <p:spTgt spid="1199"/>
                                        </p:tgtEl>
                                        <p:attrNameLst>
                                          <p:attrName>ppt_x</p:attrName>
                                        </p:attrNameLst>
                                      </p:cBhvr>
                                      <p:tavLst>
                                        <p:tav tm="0">
                                          <p:val>
                                            <p:strVal val="#ppt_x"/>
                                          </p:val>
                                        </p:tav>
                                        <p:tav tm="100000">
                                          <p:val>
                                            <p:strVal val="#ppt_x"/>
                                          </p:val>
                                        </p:tav>
                                      </p:tavLst>
                                    </p:anim>
                                    <p:anim calcmode="lin" valueType="num">
                                      <p:cBhvr additive="base">
                                        <p:cTn id="20" dur="500" fill="hold"/>
                                        <p:tgtEl>
                                          <p:spTgt spid="1199"/>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208"/>
                                        </p:tgtEl>
                                        <p:attrNameLst>
                                          <p:attrName>style.visibility</p:attrName>
                                        </p:attrNameLst>
                                      </p:cBhvr>
                                      <p:to>
                                        <p:strVal val="visible"/>
                                      </p:to>
                                    </p:set>
                                    <p:anim calcmode="lin" valueType="num">
                                      <p:cBhvr additive="base">
                                        <p:cTn id="23" dur="500" fill="hold"/>
                                        <p:tgtEl>
                                          <p:spTgt spid="1208"/>
                                        </p:tgtEl>
                                        <p:attrNameLst>
                                          <p:attrName>ppt_x</p:attrName>
                                        </p:attrNameLst>
                                      </p:cBhvr>
                                      <p:tavLst>
                                        <p:tav tm="0">
                                          <p:val>
                                            <p:strVal val="#ppt_x"/>
                                          </p:val>
                                        </p:tav>
                                        <p:tav tm="100000">
                                          <p:val>
                                            <p:strVal val="#ppt_x"/>
                                          </p:val>
                                        </p:tav>
                                      </p:tavLst>
                                    </p:anim>
                                    <p:anim calcmode="lin" valueType="num">
                                      <p:cBhvr additive="base">
                                        <p:cTn id="24" dur="500" fill="hold"/>
                                        <p:tgtEl>
                                          <p:spTgt spid="12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9" grpId="0"/>
      <p:bldP spid="1209" grpId="0" animBg="1"/>
      <p:bldP spid="1210" grpId="0" animBg="1"/>
      <p:bldP spid="12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2" name="PlaceHolder 1"/>
          <p:cNvSpPr>
            <a:spLocks noGrp="1"/>
          </p:cNvSpPr>
          <p:nvPr>
            <p:ph type="title"/>
          </p:nvPr>
        </p:nvSpPr>
        <p:spPr>
          <a:xfrm>
            <a:off x="574920" y="340200"/>
            <a:ext cx="7703640" cy="572400"/>
          </a:xfrm>
          <a:prstGeom prst="rect">
            <a:avLst/>
          </a:prstGeom>
          <a:noFill/>
          <a:ln w="0">
            <a:noFill/>
          </a:ln>
        </p:spPr>
        <p:txBody>
          <a:bodyPr lIns="91440" tIns="91440" rIns="91440" bIns="91440" anchor="t">
            <a:noAutofit/>
          </a:bodyPr>
          <a:lstStyle/>
          <a:p>
            <a:pPr indent="0">
              <a:lnSpc>
                <a:spcPct val="243000"/>
              </a:lnSpc>
              <a:buNone/>
              <a:tabLst>
                <a:tab pos="0" algn="l"/>
              </a:tabLst>
            </a:pPr>
            <a:r>
              <a:rPr lang="en" sz="1900" b="1" strike="noStrike" spc="-1">
                <a:solidFill>
                  <a:schemeClr val="dk2"/>
                </a:solidFill>
                <a:latin typeface="Poppins"/>
                <a:ea typeface="Arial"/>
              </a:rPr>
              <a:t>Que fais chaque utilisateur dans notre système ?</a:t>
            </a:r>
            <a:endParaRPr lang="fr-FR" sz="1900" b="0" strike="noStrike" spc="-1">
              <a:solidFill>
                <a:srgbClr val="000000"/>
              </a:solidFill>
              <a:latin typeface="Arial"/>
            </a:endParaRPr>
          </a:p>
          <a:p>
            <a:pPr indent="0" algn="ctr">
              <a:lnSpc>
                <a:spcPct val="100000"/>
              </a:lnSpc>
              <a:buNone/>
              <a:tabLst>
                <a:tab pos="0" algn="l"/>
              </a:tabLst>
            </a:pPr>
            <a:endParaRPr lang="fr-FR" sz="1200" b="0" strike="noStrike" spc="-1">
              <a:solidFill>
                <a:srgbClr val="000000"/>
              </a:solidFill>
              <a:latin typeface="Arial"/>
            </a:endParaRPr>
          </a:p>
        </p:txBody>
      </p:sp>
      <p:pic>
        <p:nvPicPr>
          <p:cNvPr id="1213" name="Image 7"/>
          <p:cNvPicPr/>
          <p:nvPr/>
        </p:nvPicPr>
        <p:blipFill>
          <a:blip r:embed="rId2"/>
          <a:stretch/>
        </p:blipFill>
        <p:spPr>
          <a:xfrm>
            <a:off x="123840" y="723960"/>
            <a:ext cx="450720" cy="316800"/>
          </a:xfrm>
          <a:prstGeom prst="rect">
            <a:avLst/>
          </a:prstGeom>
          <a:ln w="0">
            <a:noFill/>
          </a:ln>
        </p:spPr>
      </p:pic>
      <p:pic>
        <p:nvPicPr>
          <p:cNvPr id="1214" name="Image 9"/>
          <p:cNvPicPr/>
          <p:nvPr/>
        </p:nvPicPr>
        <p:blipFill>
          <a:blip r:embed="rId3"/>
          <a:srcRect b="12200"/>
          <a:stretch/>
        </p:blipFill>
        <p:spPr>
          <a:xfrm>
            <a:off x="1818360" y="1040760"/>
            <a:ext cx="4615200" cy="3902947"/>
          </a:xfrm>
          <a:prstGeom prst="rect">
            <a:avLst/>
          </a:prstGeom>
          <a:ln w="0">
            <a:noFill/>
          </a:ln>
        </p:spPr>
      </p:pic>
      <p:grpSp>
        <p:nvGrpSpPr>
          <p:cNvPr id="1215" name="Google Shape;1646;g34e3735cec0_0_60"/>
          <p:cNvGrpSpPr/>
          <p:nvPr/>
        </p:nvGrpSpPr>
        <p:grpSpPr>
          <a:xfrm rot="16200000">
            <a:off x="-1778301" y="3005460"/>
            <a:ext cx="4558680" cy="1140480"/>
            <a:chOff x="-432720" y="3849120"/>
            <a:chExt cx="4558680" cy="1140480"/>
          </a:xfrm>
        </p:grpSpPr>
        <p:grpSp>
          <p:nvGrpSpPr>
            <p:cNvPr id="1216" name="Google Shape;1647;g34e3735cec0_0_60"/>
            <p:cNvGrpSpPr/>
            <p:nvPr/>
          </p:nvGrpSpPr>
          <p:grpSpPr>
            <a:xfrm>
              <a:off x="-308880" y="3849120"/>
              <a:ext cx="2308320" cy="1140480"/>
              <a:chOff x="-308880" y="3849120"/>
              <a:chExt cx="2308320" cy="1140480"/>
            </a:xfrm>
          </p:grpSpPr>
          <p:sp>
            <p:nvSpPr>
              <p:cNvPr id="1217" name="Google Shape;1648;g34e3735cec0_0_60"/>
              <p:cNvSpPr/>
              <p:nvPr/>
            </p:nvSpPr>
            <p:spPr>
              <a:xfrm rot="5400000">
                <a:off x="354240" y="334512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18" name="Google Shape;1649;g34e3735cec0_0_60"/>
              <p:cNvSpPr/>
              <p:nvPr/>
            </p:nvSpPr>
            <p:spPr>
              <a:xfrm rot="5400000">
                <a:off x="354960" y="318600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219" name="Google Shape;1650;g34e3735cec0_0_60"/>
            <p:cNvGrpSpPr/>
            <p:nvPr/>
          </p:nvGrpSpPr>
          <p:grpSpPr>
            <a:xfrm>
              <a:off x="-432720" y="4102920"/>
              <a:ext cx="4558680" cy="133920"/>
              <a:chOff x="-432720" y="4102920"/>
              <a:chExt cx="4558680" cy="133920"/>
            </a:xfrm>
          </p:grpSpPr>
          <p:sp>
            <p:nvSpPr>
              <p:cNvPr id="1220" name="Google Shape;1651;g34e3735cec0_0_60"/>
              <p:cNvSpPr/>
              <p:nvPr/>
            </p:nvSpPr>
            <p:spPr>
              <a:xfrm>
                <a:off x="3992040" y="410292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1221" name="Google Shape;1652;g34e3735cec0_0_60"/>
              <p:cNvCxnSpPr/>
              <p:nvPr/>
            </p:nvCxnSpPr>
            <p:spPr>
              <a:xfrm>
                <a:off x="-432720" y="4169880"/>
                <a:ext cx="4462920" cy="360"/>
              </a:xfrm>
              <a:prstGeom prst="straightConnector1">
                <a:avLst/>
              </a:prstGeom>
              <a:ln w="9525">
                <a:solidFill>
                  <a:srgbClr val="0C0A9E"/>
                </a:solidFill>
                <a:round/>
              </a:ln>
            </p:spPr>
          </p:cxnSp>
          <p:sp>
            <p:nvSpPr>
              <p:cNvPr id="1222" name="Google Shape;1653;g34e3735cec0_0_60"/>
              <p:cNvSpPr/>
              <p:nvPr/>
            </p:nvSpPr>
            <p:spPr>
              <a:xfrm>
                <a:off x="4021920" y="413316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sp>
        <p:nvSpPr>
          <p:cNvPr id="1223" name="Rectangle 1"/>
          <p:cNvSpPr/>
          <p:nvPr/>
        </p:nvSpPr>
        <p:spPr>
          <a:xfrm>
            <a:off x="4029840" y="1925640"/>
            <a:ext cx="1961640" cy="387000"/>
          </a:xfrm>
          <a:prstGeom prst="rect">
            <a:avLst/>
          </a:prstGeom>
          <a:solidFill>
            <a:srgbClr val="FEFEFE"/>
          </a:solidFill>
          <a:ln>
            <a:no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fr-FR" sz="1600" b="0" strike="noStrike" spc="-1" dirty="0">
                <a:solidFill>
                  <a:schemeClr val="dk1"/>
                </a:solidFill>
                <a:latin typeface="Arial"/>
                <a:ea typeface="Arial"/>
              </a:rPr>
              <a:t>Accéder au dossier médicale du patient </a:t>
            </a:r>
            <a:endParaRPr lang="fr-FR" sz="16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12"/>
                                        </p:tgtEl>
                                        <p:attrNameLst>
                                          <p:attrName>style.visibility</p:attrName>
                                        </p:attrNameLst>
                                      </p:cBhvr>
                                      <p:to>
                                        <p:strVal val="visible"/>
                                      </p:to>
                                    </p:set>
                                    <p:anim calcmode="lin" valueType="num">
                                      <p:cBhvr additive="base">
                                        <p:cTn id="7" dur="500" fill="hold"/>
                                        <p:tgtEl>
                                          <p:spTgt spid="1212"/>
                                        </p:tgtEl>
                                        <p:attrNameLst>
                                          <p:attrName>ppt_x</p:attrName>
                                        </p:attrNameLst>
                                      </p:cBhvr>
                                      <p:tavLst>
                                        <p:tav tm="0">
                                          <p:val>
                                            <p:strVal val="#ppt_x"/>
                                          </p:val>
                                        </p:tav>
                                        <p:tav tm="100000">
                                          <p:val>
                                            <p:strVal val="#ppt_x"/>
                                          </p:val>
                                        </p:tav>
                                      </p:tavLst>
                                    </p:anim>
                                    <p:anim calcmode="lin" valueType="num">
                                      <p:cBhvr additive="base">
                                        <p:cTn id="8" dur="500" fill="hold"/>
                                        <p:tgtEl>
                                          <p:spTgt spid="12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14"/>
                                        </p:tgtEl>
                                        <p:attrNameLst>
                                          <p:attrName>style.visibility</p:attrName>
                                        </p:attrNameLst>
                                      </p:cBhvr>
                                      <p:to>
                                        <p:strVal val="visible"/>
                                      </p:to>
                                    </p:set>
                                    <p:anim calcmode="lin" valueType="num">
                                      <p:cBhvr additive="base">
                                        <p:cTn id="11" dur="500" fill="hold"/>
                                        <p:tgtEl>
                                          <p:spTgt spid="1214"/>
                                        </p:tgtEl>
                                        <p:attrNameLst>
                                          <p:attrName>ppt_x</p:attrName>
                                        </p:attrNameLst>
                                      </p:cBhvr>
                                      <p:tavLst>
                                        <p:tav tm="0">
                                          <p:val>
                                            <p:strVal val="#ppt_x"/>
                                          </p:val>
                                        </p:tav>
                                        <p:tav tm="100000">
                                          <p:val>
                                            <p:strVal val="#ppt_x"/>
                                          </p:val>
                                        </p:tav>
                                      </p:tavLst>
                                    </p:anim>
                                    <p:anim calcmode="lin" valueType="num">
                                      <p:cBhvr additive="base">
                                        <p:cTn id="12" dur="500" fill="hold"/>
                                        <p:tgtEl>
                                          <p:spTgt spid="121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23"/>
                                        </p:tgtEl>
                                        <p:attrNameLst>
                                          <p:attrName>style.visibility</p:attrName>
                                        </p:attrNameLst>
                                      </p:cBhvr>
                                      <p:to>
                                        <p:strVal val="visible"/>
                                      </p:to>
                                    </p:set>
                                    <p:anim calcmode="lin" valueType="num">
                                      <p:cBhvr additive="base">
                                        <p:cTn id="15" dur="500" fill="hold"/>
                                        <p:tgtEl>
                                          <p:spTgt spid="1223"/>
                                        </p:tgtEl>
                                        <p:attrNameLst>
                                          <p:attrName>ppt_x</p:attrName>
                                        </p:attrNameLst>
                                      </p:cBhvr>
                                      <p:tavLst>
                                        <p:tav tm="0">
                                          <p:val>
                                            <p:strVal val="#ppt_x"/>
                                          </p:val>
                                        </p:tav>
                                        <p:tav tm="100000">
                                          <p:val>
                                            <p:strVal val="#ppt_x"/>
                                          </p:val>
                                        </p:tav>
                                      </p:tavLst>
                                    </p:anim>
                                    <p:anim calcmode="lin" valueType="num">
                                      <p:cBhvr additive="base">
                                        <p:cTn id="16" dur="500" fill="hold"/>
                                        <p:tgtEl>
                                          <p:spTgt spid="12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2" grpId="0"/>
      <p:bldP spid="122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4" name="PlaceHolder 1"/>
          <p:cNvSpPr>
            <a:spLocks noGrp="1"/>
          </p:cNvSpPr>
          <p:nvPr>
            <p:ph type="title"/>
          </p:nvPr>
        </p:nvSpPr>
        <p:spPr>
          <a:xfrm>
            <a:off x="896040" y="86760"/>
            <a:ext cx="7703640" cy="572400"/>
          </a:xfrm>
          <a:prstGeom prst="rect">
            <a:avLst/>
          </a:prstGeom>
          <a:noFill/>
          <a:ln w="0">
            <a:noFill/>
          </a:ln>
        </p:spPr>
        <p:txBody>
          <a:bodyPr lIns="91440" tIns="91440" rIns="91440" bIns="91440" anchor="t">
            <a:noAutofit/>
          </a:bodyPr>
          <a:lstStyle/>
          <a:p>
            <a:pPr indent="0">
              <a:lnSpc>
                <a:spcPct val="243000"/>
              </a:lnSpc>
              <a:buNone/>
              <a:tabLst>
                <a:tab pos="0" algn="l"/>
              </a:tabLst>
            </a:pPr>
            <a:r>
              <a:rPr lang="en" sz="1900" b="0" strike="noStrike" spc="-1">
                <a:solidFill>
                  <a:schemeClr val="dk2"/>
                </a:solidFill>
                <a:latin typeface="Poppins"/>
                <a:ea typeface="Arial"/>
              </a:rPr>
              <a:t>Que fais chaque utilisateur dans notre système ?</a:t>
            </a:r>
            <a:endParaRPr lang="fr-FR" sz="1900" b="0" strike="noStrike" spc="-1">
              <a:solidFill>
                <a:srgbClr val="000000"/>
              </a:solidFill>
              <a:latin typeface="Arial"/>
            </a:endParaRPr>
          </a:p>
          <a:p>
            <a:pPr indent="0" algn="ctr">
              <a:lnSpc>
                <a:spcPct val="100000"/>
              </a:lnSpc>
              <a:buNone/>
              <a:tabLst>
                <a:tab pos="0" algn="l"/>
              </a:tabLst>
            </a:pPr>
            <a:endParaRPr lang="fr-FR" sz="1200" b="0" strike="noStrike" spc="-1">
              <a:solidFill>
                <a:srgbClr val="000000"/>
              </a:solidFill>
              <a:latin typeface="Arial"/>
            </a:endParaRPr>
          </a:p>
        </p:txBody>
      </p:sp>
      <p:grpSp>
        <p:nvGrpSpPr>
          <p:cNvPr id="1225" name="Google Shape;1686;g34e3735cec0_6_68"/>
          <p:cNvGrpSpPr/>
          <p:nvPr/>
        </p:nvGrpSpPr>
        <p:grpSpPr>
          <a:xfrm rot="16200000">
            <a:off x="-1636061" y="2616065"/>
            <a:ext cx="4558680" cy="1140480"/>
            <a:chOff x="-138240" y="4002480"/>
            <a:chExt cx="4558680" cy="1140480"/>
          </a:xfrm>
        </p:grpSpPr>
        <p:grpSp>
          <p:nvGrpSpPr>
            <p:cNvPr id="1226" name="Google Shape;1687;g34e3735cec0_6_68"/>
            <p:cNvGrpSpPr/>
            <p:nvPr/>
          </p:nvGrpSpPr>
          <p:grpSpPr>
            <a:xfrm>
              <a:off x="-14040" y="4002480"/>
              <a:ext cx="2307960" cy="1140480"/>
              <a:chOff x="-14040" y="4002480"/>
              <a:chExt cx="2307960" cy="1140480"/>
            </a:xfrm>
          </p:grpSpPr>
          <p:sp>
            <p:nvSpPr>
              <p:cNvPr id="1227" name="Google Shape;1688;g34e3735cec0_6_68"/>
              <p:cNvSpPr/>
              <p:nvPr/>
            </p:nvSpPr>
            <p:spPr>
              <a:xfrm rot="5400000">
                <a:off x="649080" y="349848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28" name="Google Shape;1689;g34e3735cec0_6_68"/>
              <p:cNvSpPr/>
              <p:nvPr/>
            </p:nvSpPr>
            <p:spPr>
              <a:xfrm rot="5400000">
                <a:off x="649440" y="333936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229" name="Google Shape;1690;g34e3735cec0_6_68"/>
            <p:cNvGrpSpPr/>
            <p:nvPr/>
          </p:nvGrpSpPr>
          <p:grpSpPr>
            <a:xfrm>
              <a:off x="-138240" y="4256280"/>
              <a:ext cx="4558680" cy="133920"/>
              <a:chOff x="-138240" y="4256280"/>
              <a:chExt cx="4558680" cy="133920"/>
            </a:xfrm>
          </p:grpSpPr>
          <p:sp>
            <p:nvSpPr>
              <p:cNvPr id="1230" name="Google Shape;1691;g34e3735cec0_6_68"/>
              <p:cNvSpPr/>
              <p:nvPr/>
            </p:nvSpPr>
            <p:spPr>
              <a:xfrm>
                <a:off x="4286520" y="425628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1231" name="Google Shape;1692;g34e3735cec0_6_68"/>
              <p:cNvCxnSpPr/>
              <p:nvPr/>
            </p:nvCxnSpPr>
            <p:spPr>
              <a:xfrm>
                <a:off x="-138240" y="4323240"/>
                <a:ext cx="4462920" cy="360"/>
              </a:xfrm>
              <a:prstGeom prst="straightConnector1">
                <a:avLst/>
              </a:prstGeom>
              <a:ln w="9525">
                <a:solidFill>
                  <a:srgbClr val="0C0A9E"/>
                </a:solidFill>
                <a:round/>
              </a:ln>
            </p:spPr>
          </p:cxnSp>
          <p:sp>
            <p:nvSpPr>
              <p:cNvPr id="1232" name="Google Shape;1693;g34e3735cec0_6_68"/>
              <p:cNvSpPr/>
              <p:nvPr/>
            </p:nvSpPr>
            <p:spPr>
              <a:xfrm>
                <a:off x="4316760" y="42865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pic>
        <p:nvPicPr>
          <p:cNvPr id="1233" name="Image 5"/>
          <p:cNvPicPr/>
          <p:nvPr/>
        </p:nvPicPr>
        <p:blipFill>
          <a:blip r:embed="rId2"/>
          <a:stretch/>
        </p:blipFill>
        <p:spPr>
          <a:xfrm>
            <a:off x="2310847" y="906965"/>
            <a:ext cx="4082517" cy="3904371"/>
          </a:xfrm>
          <a:prstGeom prst="rect">
            <a:avLst/>
          </a:prstGeom>
          <a:ln w="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33"/>
                                        </p:tgtEl>
                                        <p:attrNameLst>
                                          <p:attrName>style.visibility</p:attrName>
                                        </p:attrNameLst>
                                      </p:cBhvr>
                                      <p:to>
                                        <p:strVal val="visible"/>
                                      </p:to>
                                    </p:set>
                                    <p:anim calcmode="lin" valueType="num">
                                      <p:cBhvr additive="base">
                                        <p:cTn id="7" dur="500" fill="hold"/>
                                        <p:tgtEl>
                                          <p:spTgt spid="1233"/>
                                        </p:tgtEl>
                                        <p:attrNameLst>
                                          <p:attrName>ppt_x</p:attrName>
                                        </p:attrNameLst>
                                      </p:cBhvr>
                                      <p:tavLst>
                                        <p:tav tm="0">
                                          <p:val>
                                            <p:strVal val="#ppt_x"/>
                                          </p:val>
                                        </p:tav>
                                        <p:tav tm="100000">
                                          <p:val>
                                            <p:strVal val="#ppt_x"/>
                                          </p:val>
                                        </p:tav>
                                      </p:tavLst>
                                    </p:anim>
                                    <p:anim calcmode="lin" valueType="num">
                                      <p:cBhvr additive="base">
                                        <p:cTn id="8" dur="500" fill="hold"/>
                                        <p:tgtEl>
                                          <p:spTgt spid="123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24"/>
                                        </p:tgtEl>
                                        <p:attrNameLst>
                                          <p:attrName>style.visibility</p:attrName>
                                        </p:attrNameLst>
                                      </p:cBhvr>
                                      <p:to>
                                        <p:strVal val="visible"/>
                                      </p:to>
                                    </p:set>
                                    <p:anim calcmode="lin" valueType="num">
                                      <p:cBhvr additive="base">
                                        <p:cTn id="11" dur="500" fill="hold"/>
                                        <p:tgtEl>
                                          <p:spTgt spid="1224"/>
                                        </p:tgtEl>
                                        <p:attrNameLst>
                                          <p:attrName>ppt_x</p:attrName>
                                        </p:attrNameLst>
                                      </p:cBhvr>
                                      <p:tavLst>
                                        <p:tav tm="0">
                                          <p:val>
                                            <p:strVal val="#ppt_x"/>
                                          </p:val>
                                        </p:tav>
                                        <p:tav tm="100000">
                                          <p:val>
                                            <p:strVal val="#ppt_x"/>
                                          </p:val>
                                        </p:tav>
                                      </p:tavLst>
                                    </p:anim>
                                    <p:anim calcmode="lin" valueType="num">
                                      <p:cBhvr additive="base">
                                        <p:cTn id="12" dur="500" fill="hold"/>
                                        <p:tgtEl>
                                          <p:spTgt spid="12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4" name="PlaceHolder 1"/>
          <p:cNvSpPr>
            <a:spLocks noGrp="1"/>
          </p:cNvSpPr>
          <p:nvPr>
            <p:ph type="title"/>
          </p:nvPr>
        </p:nvSpPr>
        <p:spPr>
          <a:xfrm>
            <a:off x="896040" y="86760"/>
            <a:ext cx="7703640" cy="572400"/>
          </a:xfrm>
          <a:prstGeom prst="rect">
            <a:avLst/>
          </a:prstGeom>
          <a:noFill/>
          <a:ln w="0">
            <a:noFill/>
          </a:ln>
        </p:spPr>
        <p:txBody>
          <a:bodyPr lIns="91440" tIns="91440" rIns="91440" bIns="91440" anchor="t">
            <a:noAutofit/>
          </a:bodyPr>
          <a:lstStyle/>
          <a:p>
            <a:pPr indent="0">
              <a:lnSpc>
                <a:spcPct val="243000"/>
              </a:lnSpc>
              <a:buNone/>
              <a:tabLst>
                <a:tab pos="0" algn="l"/>
              </a:tabLst>
            </a:pPr>
            <a:r>
              <a:rPr lang="en" sz="1900" b="0" strike="noStrike" spc="-1" dirty="0">
                <a:solidFill>
                  <a:schemeClr val="dk2"/>
                </a:solidFill>
                <a:latin typeface="Poppins"/>
                <a:ea typeface="Arial"/>
              </a:rPr>
              <a:t>Que fais chaque utilisateur dans notre système ?</a:t>
            </a:r>
            <a:endParaRPr lang="fr-FR" sz="1900" b="0" strike="noStrike" spc="-1" dirty="0">
              <a:solidFill>
                <a:srgbClr val="000000"/>
              </a:solidFill>
              <a:latin typeface="Arial"/>
            </a:endParaRPr>
          </a:p>
          <a:p>
            <a:pPr indent="0" algn="ctr">
              <a:lnSpc>
                <a:spcPct val="100000"/>
              </a:lnSpc>
              <a:buNone/>
              <a:tabLst>
                <a:tab pos="0" algn="l"/>
              </a:tabLst>
            </a:pPr>
            <a:endParaRPr lang="fr-FR" sz="1200" b="0" strike="noStrike" spc="-1" dirty="0">
              <a:solidFill>
                <a:srgbClr val="000000"/>
              </a:solidFill>
              <a:latin typeface="Arial"/>
            </a:endParaRPr>
          </a:p>
        </p:txBody>
      </p:sp>
      <p:grpSp>
        <p:nvGrpSpPr>
          <p:cNvPr id="1235" name="Google Shape;1686;g34e3735cec0_6_68"/>
          <p:cNvGrpSpPr/>
          <p:nvPr/>
        </p:nvGrpSpPr>
        <p:grpSpPr>
          <a:xfrm rot="16200000">
            <a:off x="-1610201" y="2954265"/>
            <a:ext cx="4558680" cy="1140480"/>
            <a:chOff x="-138240" y="4002480"/>
            <a:chExt cx="4558680" cy="1140480"/>
          </a:xfrm>
        </p:grpSpPr>
        <p:grpSp>
          <p:nvGrpSpPr>
            <p:cNvPr id="1236" name="Google Shape;1687;g34e3735cec0_6_68"/>
            <p:cNvGrpSpPr/>
            <p:nvPr/>
          </p:nvGrpSpPr>
          <p:grpSpPr>
            <a:xfrm>
              <a:off x="-14040" y="4002480"/>
              <a:ext cx="2307960" cy="1140480"/>
              <a:chOff x="-14040" y="4002480"/>
              <a:chExt cx="2307960" cy="1140480"/>
            </a:xfrm>
          </p:grpSpPr>
          <p:sp>
            <p:nvSpPr>
              <p:cNvPr id="1237" name="Google Shape;1688;g34e3735cec0_6_68"/>
              <p:cNvSpPr/>
              <p:nvPr/>
            </p:nvSpPr>
            <p:spPr>
              <a:xfrm rot="5400000">
                <a:off x="649080" y="349848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38" name="Google Shape;1689;g34e3735cec0_6_68"/>
              <p:cNvSpPr/>
              <p:nvPr/>
            </p:nvSpPr>
            <p:spPr>
              <a:xfrm rot="5400000">
                <a:off x="649440" y="3339360"/>
                <a:ext cx="981360" cy="2307600"/>
              </a:xfrm>
              <a:custGeom>
                <a:avLst/>
                <a:gdLst>
                  <a:gd name="textAreaLeft" fmla="*/ 0 w 981360"/>
                  <a:gd name="textAreaRight" fmla="*/ 981720 w 981360"/>
                  <a:gd name="textAreaTop" fmla="*/ 0 h 2307600"/>
                  <a:gd name="textAreaBottom" fmla="*/ 2307960 h 230760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EB9109"/>
                  </a:gs>
                  <a:gs pos="78000">
                    <a:srgbClr val="F5F8FF"/>
                  </a:gs>
                  <a:gs pos="100000">
                    <a:srgbClr val="F5F8FF"/>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239" name="Google Shape;1690;g34e3735cec0_6_68"/>
            <p:cNvGrpSpPr/>
            <p:nvPr/>
          </p:nvGrpSpPr>
          <p:grpSpPr>
            <a:xfrm>
              <a:off x="-138240" y="4256280"/>
              <a:ext cx="4558680" cy="133920"/>
              <a:chOff x="-138240" y="4256280"/>
              <a:chExt cx="4558680" cy="133920"/>
            </a:xfrm>
          </p:grpSpPr>
          <p:sp>
            <p:nvSpPr>
              <p:cNvPr id="1240" name="Google Shape;1691;g34e3735cec0_6_68"/>
              <p:cNvSpPr/>
              <p:nvPr/>
            </p:nvSpPr>
            <p:spPr>
              <a:xfrm>
                <a:off x="4286520" y="425628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1241" name="Google Shape;1692;g34e3735cec0_6_68"/>
              <p:cNvCxnSpPr/>
              <p:nvPr/>
            </p:nvCxnSpPr>
            <p:spPr>
              <a:xfrm>
                <a:off x="-138240" y="4323240"/>
                <a:ext cx="4462920" cy="360"/>
              </a:xfrm>
              <a:prstGeom prst="straightConnector1">
                <a:avLst/>
              </a:prstGeom>
              <a:ln w="9525">
                <a:solidFill>
                  <a:srgbClr val="0C0A9E"/>
                </a:solidFill>
                <a:round/>
              </a:ln>
            </p:spPr>
          </p:cxnSp>
          <p:sp>
            <p:nvSpPr>
              <p:cNvPr id="1242" name="Google Shape;1693;g34e3735cec0_6_68"/>
              <p:cNvSpPr/>
              <p:nvPr/>
            </p:nvSpPr>
            <p:spPr>
              <a:xfrm>
                <a:off x="4316760" y="428652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pic>
        <p:nvPicPr>
          <p:cNvPr id="1243" name="Image 3"/>
          <p:cNvPicPr/>
          <p:nvPr/>
        </p:nvPicPr>
        <p:blipFill>
          <a:blip r:embed="rId2"/>
          <a:stretch/>
        </p:blipFill>
        <p:spPr>
          <a:xfrm>
            <a:off x="1724312" y="1156917"/>
            <a:ext cx="5143320" cy="3270240"/>
          </a:xfrm>
          <a:prstGeom prst="rect">
            <a:avLst/>
          </a:prstGeom>
          <a:ln w="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34"/>
                                        </p:tgtEl>
                                        <p:attrNameLst>
                                          <p:attrName>style.visibility</p:attrName>
                                        </p:attrNameLst>
                                      </p:cBhvr>
                                      <p:to>
                                        <p:strVal val="visible"/>
                                      </p:to>
                                    </p:set>
                                    <p:anim calcmode="lin" valueType="num">
                                      <p:cBhvr additive="base">
                                        <p:cTn id="7" dur="500" fill="hold"/>
                                        <p:tgtEl>
                                          <p:spTgt spid="1234"/>
                                        </p:tgtEl>
                                        <p:attrNameLst>
                                          <p:attrName>ppt_x</p:attrName>
                                        </p:attrNameLst>
                                      </p:cBhvr>
                                      <p:tavLst>
                                        <p:tav tm="0">
                                          <p:val>
                                            <p:strVal val="#ppt_x"/>
                                          </p:val>
                                        </p:tav>
                                        <p:tav tm="100000">
                                          <p:val>
                                            <p:strVal val="#ppt_x"/>
                                          </p:val>
                                        </p:tav>
                                      </p:tavLst>
                                    </p:anim>
                                    <p:anim calcmode="lin" valueType="num">
                                      <p:cBhvr additive="base">
                                        <p:cTn id="8" dur="500" fill="hold"/>
                                        <p:tgtEl>
                                          <p:spTgt spid="123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43"/>
                                        </p:tgtEl>
                                        <p:attrNameLst>
                                          <p:attrName>style.visibility</p:attrName>
                                        </p:attrNameLst>
                                      </p:cBhvr>
                                      <p:to>
                                        <p:strVal val="visible"/>
                                      </p:to>
                                    </p:set>
                                    <p:anim calcmode="lin" valueType="num">
                                      <p:cBhvr additive="base">
                                        <p:cTn id="11" dur="500" fill="hold"/>
                                        <p:tgtEl>
                                          <p:spTgt spid="1243"/>
                                        </p:tgtEl>
                                        <p:attrNameLst>
                                          <p:attrName>ppt_x</p:attrName>
                                        </p:attrNameLst>
                                      </p:cBhvr>
                                      <p:tavLst>
                                        <p:tav tm="0">
                                          <p:val>
                                            <p:strVal val="#ppt_x"/>
                                          </p:val>
                                        </p:tav>
                                        <p:tav tm="100000">
                                          <p:val>
                                            <p:strVal val="#ppt_x"/>
                                          </p:val>
                                        </p:tav>
                                      </p:tavLst>
                                    </p:anim>
                                    <p:anim calcmode="lin" valueType="num">
                                      <p:cBhvr additive="base">
                                        <p:cTn id="12" dur="500" fill="hold"/>
                                        <p:tgtEl>
                                          <p:spTgt spid="12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8" name="PlaceHolder 1"/>
          <p:cNvSpPr>
            <a:spLocks noGrp="1"/>
          </p:cNvSpPr>
          <p:nvPr>
            <p:ph type="title"/>
          </p:nvPr>
        </p:nvSpPr>
        <p:spPr>
          <a:xfrm>
            <a:off x="745200" y="1602270"/>
            <a:ext cx="1702080" cy="99324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6200" b="1" strike="noStrike" spc="-1">
                <a:solidFill>
                  <a:schemeClr val="dk2"/>
                </a:solidFill>
                <a:latin typeface="Poppins"/>
                <a:ea typeface="Poppins"/>
              </a:rPr>
              <a:t>04</a:t>
            </a:r>
            <a:endParaRPr lang="fr-FR" sz="6200" b="0" strike="noStrike" spc="-1">
              <a:solidFill>
                <a:srgbClr val="000000"/>
              </a:solidFill>
              <a:latin typeface="Arial"/>
            </a:endParaRPr>
          </a:p>
        </p:txBody>
      </p:sp>
      <p:sp>
        <p:nvSpPr>
          <p:cNvPr id="1249" name="PlaceHolder 2"/>
          <p:cNvSpPr>
            <a:spLocks noGrp="1"/>
          </p:cNvSpPr>
          <p:nvPr>
            <p:ph type="subTitle"/>
          </p:nvPr>
        </p:nvSpPr>
        <p:spPr>
          <a:xfrm>
            <a:off x="1889100" y="3187530"/>
            <a:ext cx="5597640" cy="457560"/>
          </a:xfrm>
          <a:prstGeom prst="rect">
            <a:avLst/>
          </a:prstGeom>
          <a:noFill/>
          <a:ln w="0">
            <a:noFill/>
          </a:ln>
        </p:spPr>
        <p:txBody>
          <a:bodyPr lIns="91440" tIns="91440" rIns="91440" bIns="91440" anchor="t">
            <a:noAutofit/>
          </a:bodyPr>
          <a:lstStyle/>
          <a:p>
            <a:pPr indent="0">
              <a:lnSpc>
                <a:spcPct val="100000"/>
              </a:lnSpc>
              <a:buNone/>
              <a:tabLst>
                <a:tab pos="0" algn="l"/>
              </a:tabLst>
            </a:pPr>
            <a:r>
              <a:rPr lang="fr-FR" sz="1400" b="0" strike="noStrike" spc="-1" dirty="0">
                <a:solidFill>
                  <a:schemeClr val="dk1"/>
                </a:solidFill>
                <a:latin typeface="Poppins"/>
                <a:ea typeface="Poppins"/>
              </a:rPr>
              <a:t>Voir ce que les chiffres disent (Big Data &amp; IA)</a:t>
            </a:r>
            <a:endParaRPr lang="fr-FR" sz="1400" b="0" strike="noStrike" spc="-1" dirty="0">
              <a:solidFill>
                <a:srgbClr val="000000"/>
              </a:solidFill>
              <a:latin typeface="Arial"/>
            </a:endParaRPr>
          </a:p>
          <a:p>
            <a:pPr indent="0">
              <a:lnSpc>
                <a:spcPct val="100000"/>
              </a:lnSpc>
              <a:buNone/>
              <a:tabLst>
                <a:tab pos="0" algn="l"/>
              </a:tabLst>
            </a:pPr>
            <a:endParaRPr lang="fr-FR" sz="1400" b="0" strike="noStrike" spc="-1" dirty="0">
              <a:solidFill>
                <a:srgbClr val="000000"/>
              </a:solidFill>
              <a:latin typeface="Arial"/>
            </a:endParaRPr>
          </a:p>
        </p:txBody>
      </p:sp>
      <p:grpSp>
        <p:nvGrpSpPr>
          <p:cNvPr id="1250" name="Google Shape;1877;p17"/>
          <p:cNvGrpSpPr/>
          <p:nvPr/>
        </p:nvGrpSpPr>
        <p:grpSpPr>
          <a:xfrm>
            <a:off x="1062360" y="3954240"/>
            <a:ext cx="3890880" cy="2969640"/>
            <a:chOff x="1062360" y="3954240"/>
            <a:chExt cx="3890880" cy="2969640"/>
          </a:xfrm>
        </p:grpSpPr>
        <p:pic>
          <p:nvPicPr>
            <p:cNvPr id="1251" name="Google Shape;1878;p17"/>
            <p:cNvPicPr/>
            <p:nvPr/>
          </p:nvPicPr>
          <p:blipFill>
            <a:blip r:embed="rId2"/>
            <a:srcRect l="16959" t="24713" r="7122" b="26173"/>
            <a:stretch/>
          </p:blipFill>
          <p:spPr>
            <a:xfrm>
              <a:off x="1062360" y="3954240"/>
              <a:ext cx="3890880" cy="2969640"/>
            </a:xfrm>
            <a:prstGeom prst="rect">
              <a:avLst/>
            </a:prstGeom>
            <a:ln w="0">
              <a:noFill/>
            </a:ln>
          </p:spPr>
        </p:pic>
        <p:grpSp>
          <p:nvGrpSpPr>
            <p:cNvPr id="1252" name="Google Shape;1879;p17"/>
            <p:cNvGrpSpPr/>
            <p:nvPr/>
          </p:nvGrpSpPr>
          <p:grpSpPr>
            <a:xfrm>
              <a:off x="1949040" y="4458600"/>
              <a:ext cx="1693800" cy="1359720"/>
              <a:chOff x="1949040" y="4458600"/>
              <a:chExt cx="1693800" cy="1359720"/>
            </a:xfrm>
          </p:grpSpPr>
          <p:sp>
            <p:nvSpPr>
              <p:cNvPr id="1253" name="Google Shape;1880;p17"/>
              <p:cNvSpPr/>
              <p:nvPr/>
            </p:nvSpPr>
            <p:spPr>
              <a:xfrm>
                <a:off x="2382480" y="4726800"/>
                <a:ext cx="1260360" cy="1091520"/>
              </a:xfrm>
              <a:custGeom>
                <a:avLst/>
                <a:gdLst>
                  <a:gd name="textAreaLeft" fmla="*/ 0 w 1260360"/>
                  <a:gd name="textAreaRight" fmla="*/ 1260720 w 1260360"/>
                  <a:gd name="textAreaTop" fmla="*/ 0 h 1091520"/>
                  <a:gd name="textAreaBottom" fmla="*/ 1091880 h 10915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54" name="Google Shape;1881;p17"/>
              <p:cNvSpPr/>
              <p:nvPr/>
            </p:nvSpPr>
            <p:spPr>
              <a:xfrm>
                <a:off x="2359440" y="445860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55" name="Google Shape;1882;p17"/>
              <p:cNvSpPr/>
              <p:nvPr/>
            </p:nvSpPr>
            <p:spPr>
              <a:xfrm>
                <a:off x="1949040" y="472680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grpSp>
        <p:nvGrpSpPr>
          <p:cNvPr id="1256" name="Google Shape;1884;p17"/>
          <p:cNvGrpSpPr/>
          <p:nvPr/>
        </p:nvGrpSpPr>
        <p:grpSpPr>
          <a:xfrm>
            <a:off x="6487560" y="-1301040"/>
            <a:ext cx="4267800" cy="6665400"/>
            <a:chOff x="6487560" y="-1301040"/>
            <a:chExt cx="4267800" cy="6665400"/>
          </a:xfrm>
        </p:grpSpPr>
        <p:sp>
          <p:nvSpPr>
            <p:cNvPr id="1257" name="Google Shape;1885;p17"/>
            <p:cNvSpPr/>
            <p:nvPr/>
          </p:nvSpPr>
          <p:spPr>
            <a:xfrm>
              <a:off x="6727680" y="10332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58" name="Google Shape;1886;p17"/>
            <p:cNvSpPr/>
            <p:nvPr/>
          </p:nvSpPr>
          <p:spPr>
            <a:xfrm>
              <a:off x="7070400" y="8136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59" name="Google Shape;1887;p17"/>
            <p:cNvSpPr/>
            <p:nvPr/>
          </p:nvSpPr>
          <p:spPr>
            <a:xfrm>
              <a:off x="7602480" y="24552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60" name="Google Shape;1888;p17"/>
            <p:cNvSpPr/>
            <p:nvPr/>
          </p:nvSpPr>
          <p:spPr>
            <a:xfrm>
              <a:off x="7235280" y="62244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61" name="Google Shape;1889;p17"/>
            <p:cNvSpPr/>
            <p:nvPr/>
          </p:nvSpPr>
          <p:spPr>
            <a:xfrm>
              <a:off x="6933240" y="62136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pic>
          <p:nvPicPr>
            <p:cNvPr id="1262" name="Google Shape;1890;p17"/>
            <p:cNvPicPr/>
            <p:nvPr/>
          </p:nvPicPr>
          <p:blipFill>
            <a:blip r:embed="rId2"/>
            <a:srcRect l="16959" t="24713" r="7122" b="26173"/>
            <a:stretch/>
          </p:blipFill>
          <p:spPr>
            <a:xfrm>
              <a:off x="6487560" y="-1301040"/>
              <a:ext cx="4198320" cy="3204000"/>
            </a:xfrm>
            <a:prstGeom prst="rect">
              <a:avLst/>
            </a:prstGeom>
            <a:ln w="0">
              <a:noFill/>
            </a:ln>
          </p:spPr>
        </p:pic>
        <p:grpSp>
          <p:nvGrpSpPr>
            <p:cNvPr id="1263" name="Google Shape;1891;p17"/>
            <p:cNvGrpSpPr/>
            <p:nvPr/>
          </p:nvGrpSpPr>
          <p:grpSpPr>
            <a:xfrm>
              <a:off x="8232840" y="4254480"/>
              <a:ext cx="708120" cy="707760"/>
              <a:chOff x="8232840" y="4254480"/>
              <a:chExt cx="708120" cy="707760"/>
            </a:xfrm>
          </p:grpSpPr>
          <p:sp>
            <p:nvSpPr>
              <p:cNvPr id="1264" name="Google Shape;1892;p17"/>
              <p:cNvSpPr/>
              <p:nvPr/>
            </p:nvSpPr>
            <p:spPr>
              <a:xfrm rot="5400000">
                <a:off x="8691480" y="425448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65" name="Google Shape;1893;p17"/>
              <p:cNvSpPr/>
              <p:nvPr/>
            </p:nvSpPr>
            <p:spPr>
              <a:xfrm rot="5400000">
                <a:off x="8615160" y="433080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66" name="Google Shape;1894;p17"/>
              <p:cNvSpPr/>
              <p:nvPr/>
            </p:nvSpPr>
            <p:spPr>
              <a:xfrm rot="5400000">
                <a:off x="8538840" y="4407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67" name="Google Shape;1895;p17"/>
              <p:cNvSpPr/>
              <p:nvPr/>
            </p:nvSpPr>
            <p:spPr>
              <a:xfrm rot="5400000">
                <a:off x="8462160" y="4483440"/>
                <a:ext cx="249480" cy="249120"/>
              </a:xfrm>
              <a:custGeom>
                <a:avLst/>
                <a:gdLst>
                  <a:gd name="textAreaLeft" fmla="*/ 0 w 249480"/>
                  <a:gd name="textAreaRight" fmla="*/ 249840 w 249480"/>
                  <a:gd name="textAreaTop" fmla="*/ 0 h 249120"/>
                  <a:gd name="textAreaBottom" fmla="*/ 249480 h 249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68" name="Google Shape;1896;p17"/>
              <p:cNvSpPr/>
              <p:nvPr/>
            </p:nvSpPr>
            <p:spPr>
              <a:xfrm rot="5400000">
                <a:off x="8385840" y="4560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69" name="Google Shape;1897;p17"/>
              <p:cNvSpPr/>
              <p:nvPr/>
            </p:nvSpPr>
            <p:spPr>
              <a:xfrm rot="5400000">
                <a:off x="8309520" y="4636800"/>
                <a:ext cx="249120" cy="249120"/>
              </a:xfrm>
              <a:custGeom>
                <a:avLst/>
                <a:gdLst>
                  <a:gd name="textAreaLeft" fmla="*/ 0 w 249120"/>
                  <a:gd name="textAreaRight" fmla="*/ 249480 w 249120"/>
                  <a:gd name="textAreaTop" fmla="*/ 0 h 249120"/>
                  <a:gd name="textAreaBottom" fmla="*/ 249480 h 249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70" name="Google Shape;1898;p17"/>
              <p:cNvSpPr/>
              <p:nvPr/>
            </p:nvSpPr>
            <p:spPr>
              <a:xfrm rot="5400000">
                <a:off x="8232840" y="471276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271" name="Google Shape;1899;p17"/>
            <p:cNvGrpSpPr/>
            <p:nvPr/>
          </p:nvGrpSpPr>
          <p:grpSpPr>
            <a:xfrm>
              <a:off x="8999280" y="3354480"/>
              <a:ext cx="457920" cy="457200"/>
              <a:chOff x="8999280" y="3354480"/>
              <a:chExt cx="457920" cy="457200"/>
            </a:xfrm>
          </p:grpSpPr>
          <p:sp>
            <p:nvSpPr>
              <p:cNvPr id="1272" name="Google Shape;1900;p17"/>
              <p:cNvSpPr/>
              <p:nvPr/>
            </p:nvSpPr>
            <p:spPr>
              <a:xfrm rot="5400000">
                <a:off x="9295920" y="335448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73" name="Google Shape;1901;p17"/>
              <p:cNvSpPr/>
              <p:nvPr/>
            </p:nvSpPr>
            <p:spPr>
              <a:xfrm rot="5400000">
                <a:off x="9246600" y="340344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74" name="Google Shape;1902;p17"/>
              <p:cNvSpPr/>
              <p:nvPr/>
            </p:nvSpPr>
            <p:spPr>
              <a:xfrm rot="5400000">
                <a:off x="9197280" y="345312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75" name="Google Shape;1903;p17"/>
              <p:cNvSpPr/>
              <p:nvPr/>
            </p:nvSpPr>
            <p:spPr>
              <a:xfrm rot="5400000">
                <a:off x="9147600" y="3502440"/>
                <a:ext cx="161280" cy="160920"/>
              </a:xfrm>
              <a:custGeom>
                <a:avLst/>
                <a:gdLst>
                  <a:gd name="textAreaLeft" fmla="*/ 0 w 161280"/>
                  <a:gd name="textAreaRight" fmla="*/ 161640 w 161280"/>
                  <a:gd name="textAreaTop" fmla="*/ 0 h 160920"/>
                  <a:gd name="textAreaBottom" fmla="*/ 161280 h 1609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76" name="Google Shape;1904;p17"/>
              <p:cNvSpPr/>
              <p:nvPr/>
            </p:nvSpPr>
            <p:spPr>
              <a:xfrm rot="5400000">
                <a:off x="9098280" y="355176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77" name="Google Shape;1905;p17"/>
              <p:cNvSpPr/>
              <p:nvPr/>
            </p:nvSpPr>
            <p:spPr>
              <a:xfrm rot="5400000">
                <a:off x="9048960" y="3601440"/>
                <a:ext cx="160920" cy="160920"/>
              </a:xfrm>
              <a:custGeom>
                <a:avLst/>
                <a:gdLst>
                  <a:gd name="textAreaLeft" fmla="*/ 0 w 160920"/>
                  <a:gd name="textAreaRight" fmla="*/ 161280 w 160920"/>
                  <a:gd name="textAreaTop" fmla="*/ 0 h 160920"/>
                  <a:gd name="textAreaBottom" fmla="*/ 161280 h 1609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78" name="Google Shape;1906;p17"/>
              <p:cNvSpPr/>
              <p:nvPr/>
            </p:nvSpPr>
            <p:spPr>
              <a:xfrm rot="5400000">
                <a:off x="8999280" y="365040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279" name="Google Shape;1907;p17"/>
            <p:cNvGrpSpPr/>
            <p:nvPr/>
          </p:nvGrpSpPr>
          <p:grpSpPr>
            <a:xfrm>
              <a:off x="8146800" y="539640"/>
              <a:ext cx="207720" cy="207720"/>
              <a:chOff x="8146800" y="539640"/>
              <a:chExt cx="207720" cy="207720"/>
            </a:xfrm>
          </p:grpSpPr>
          <p:sp>
            <p:nvSpPr>
              <p:cNvPr id="1280" name="Google Shape;1908;p17"/>
              <p:cNvSpPr/>
              <p:nvPr/>
            </p:nvSpPr>
            <p:spPr>
              <a:xfrm>
                <a:off x="8146800" y="53964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81" name="Google Shape;1909;p17"/>
              <p:cNvSpPr/>
              <p:nvPr/>
            </p:nvSpPr>
            <p:spPr>
              <a:xfrm>
                <a:off x="8175960" y="56880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282" name="Google Shape;1910;p17"/>
            <p:cNvGrpSpPr/>
            <p:nvPr/>
          </p:nvGrpSpPr>
          <p:grpSpPr>
            <a:xfrm>
              <a:off x="7554240" y="2467800"/>
              <a:ext cx="207720" cy="207720"/>
              <a:chOff x="7554240" y="2467800"/>
              <a:chExt cx="207720" cy="207720"/>
            </a:xfrm>
          </p:grpSpPr>
          <p:sp>
            <p:nvSpPr>
              <p:cNvPr id="1283" name="Google Shape;1911;p17"/>
              <p:cNvSpPr/>
              <p:nvPr/>
            </p:nvSpPr>
            <p:spPr>
              <a:xfrm>
                <a:off x="7554240" y="246780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pPr>
                  <a:lnSpc>
                    <a:spcPct val="100000"/>
                  </a:lnSpc>
                  <a:tabLst>
                    <a:tab pos="0" algn="l"/>
                  </a:tabLst>
                </a:pPr>
                <a:endParaRPr lang="fr-FR" sz="1400" b="0" strike="noStrike" spc="-1">
                  <a:solidFill>
                    <a:srgbClr val="000000"/>
                  </a:solidFill>
                  <a:latin typeface="Arial"/>
                  <a:ea typeface="Arial"/>
                </a:endParaRPr>
              </a:p>
            </p:txBody>
          </p:sp>
          <p:sp>
            <p:nvSpPr>
              <p:cNvPr id="1284" name="Google Shape;1912;p17"/>
              <p:cNvSpPr/>
              <p:nvPr/>
            </p:nvSpPr>
            <p:spPr>
              <a:xfrm>
                <a:off x="7583760" y="249696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1285" name="Google Shape;1913;p17"/>
            <p:cNvSpPr/>
            <p:nvPr/>
          </p:nvSpPr>
          <p:spPr>
            <a:xfrm>
              <a:off x="7454520" y="4164120"/>
              <a:ext cx="147600" cy="14760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52200" bIns="5220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grpSp>
        <p:nvGrpSpPr>
          <p:cNvPr id="1286" name="Google Shape;1914;p17"/>
          <p:cNvGrpSpPr/>
          <p:nvPr/>
        </p:nvGrpSpPr>
        <p:grpSpPr>
          <a:xfrm>
            <a:off x="1969560" y="3069090"/>
            <a:ext cx="4559040" cy="133920"/>
            <a:chOff x="1681920" y="2908440"/>
            <a:chExt cx="4559040" cy="133920"/>
          </a:xfrm>
        </p:grpSpPr>
        <p:sp>
          <p:nvSpPr>
            <p:cNvPr id="1287" name="Google Shape;1915;p17"/>
            <p:cNvSpPr/>
            <p:nvPr/>
          </p:nvSpPr>
          <p:spPr>
            <a:xfrm>
              <a:off x="6107040" y="290844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pPr>
                <a:lnSpc>
                  <a:spcPct val="100000"/>
                </a:lnSpc>
                <a:tabLst>
                  <a:tab pos="0" algn="l"/>
                </a:tabLst>
              </a:pPr>
              <a:endParaRPr lang="fr-FR" sz="1400" b="0" strike="noStrike" spc="-1">
                <a:solidFill>
                  <a:srgbClr val="000000"/>
                </a:solidFill>
                <a:latin typeface="Arial"/>
                <a:ea typeface="Arial"/>
              </a:endParaRPr>
            </a:p>
          </p:txBody>
        </p:sp>
        <p:cxnSp>
          <p:nvCxnSpPr>
            <p:cNvPr id="1288" name="Google Shape;1916;p17"/>
            <p:cNvCxnSpPr/>
            <p:nvPr/>
          </p:nvCxnSpPr>
          <p:spPr>
            <a:xfrm>
              <a:off x="1681920" y="2975400"/>
              <a:ext cx="4463280" cy="360"/>
            </a:xfrm>
            <a:prstGeom prst="straightConnector1">
              <a:avLst/>
            </a:prstGeom>
            <a:ln w="9525">
              <a:solidFill>
                <a:srgbClr val="0C0A9E"/>
              </a:solidFill>
              <a:round/>
            </a:ln>
          </p:spPr>
        </p:cxnSp>
        <p:sp>
          <p:nvSpPr>
            <p:cNvPr id="1289" name="Google Shape;1917;p17"/>
            <p:cNvSpPr/>
            <p:nvPr/>
          </p:nvSpPr>
          <p:spPr>
            <a:xfrm>
              <a:off x="6137280" y="293868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a:lnSpc>
                  <a:spcPct val="100000"/>
                </a:lnSpc>
                <a:tabLst>
                  <a:tab pos="0" algn="l"/>
                </a:tabLst>
              </a:pPr>
              <a:endParaRPr lang="fr-FR" sz="1400" b="0" strike="noStrike" spc="-1">
                <a:solidFill>
                  <a:srgbClr val="000000"/>
                </a:solidFill>
                <a:latin typeface="Arial"/>
                <a:ea typeface="Arial"/>
              </a:endParaRPr>
            </a:p>
          </p:txBody>
        </p:sp>
      </p:grpSp>
      <p:sp>
        <p:nvSpPr>
          <p:cNvPr id="1290" name="PlaceHolder 3"/>
          <p:cNvSpPr>
            <a:spLocks noGrp="1"/>
          </p:cNvSpPr>
          <p:nvPr>
            <p:ph type="title"/>
          </p:nvPr>
        </p:nvSpPr>
        <p:spPr>
          <a:xfrm>
            <a:off x="798480" y="1232910"/>
            <a:ext cx="6584760" cy="1862280"/>
          </a:xfrm>
          <a:prstGeom prst="rect">
            <a:avLst/>
          </a:prstGeom>
          <a:noFill/>
          <a:ln w="0">
            <a:noFill/>
          </a:ln>
        </p:spPr>
        <p:txBody>
          <a:bodyPr lIns="91440" tIns="91440" rIns="91440" bIns="91440" anchor="b">
            <a:noAutofit/>
          </a:bodyPr>
          <a:lstStyle/>
          <a:p>
            <a:pPr indent="0" algn="ctr">
              <a:lnSpc>
                <a:spcPct val="115000"/>
              </a:lnSpc>
              <a:buNone/>
              <a:tabLst>
                <a:tab pos="0" algn="l"/>
              </a:tabLst>
            </a:pPr>
            <a:r>
              <a:rPr lang="en" sz="5000" b="1" strike="noStrike" spc="-1" dirty="0">
                <a:solidFill>
                  <a:schemeClr val="dk2"/>
                </a:solidFill>
                <a:latin typeface="Poppins"/>
                <a:ea typeface="Times New Roman"/>
              </a:rPr>
              <a:t>Exploitation intelligente</a:t>
            </a:r>
            <a:endParaRPr lang="fr-FR" sz="50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290"/>
                                        </p:tgtEl>
                                        <p:attrNameLst>
                                          <p:attrName>style.visibility</p:attrName>
                                        </p:attrNameLst>
                                      </p:cBhvr>
                                      <p:to>
                                        <p:strVal val="visible"/>
                                      </p:to>
                                    </p:set>
                                    <p:animEffect transition="in" filter="randombar(vertical)">
                                      <p:cBhvr>
                                        <p:cTn id="7" dur="500"/>
                                        <p:tgtEl>
                                          <p:spTgt spid="1290"/>
                                        </p:tgtEl>
                                      </p:cBhvr>
                                    </p:animEffect>
                                  </p:childTnLst>
                                </p:cTn>
                              </p:par>
                              <p:par>
                                <p:cTn id="8" presetID="14" presetClass="entr" presetSubtype="5" fill="hold" grpId="0" nodeType="withEffect">
                                  <p:stCondLst>
                                    <p:cond delay="0"/>
                                  </p:stCondLst>
                                  <p:childTnLst>
                                    <p:set>
                                      <p:cBhvr>
                                        <p:cTn id="9" dur="1" fill="hold">
                                          <p:stCondLst>
                                            <p:cond delay="0"/>
                                          </p:stCondLst>
                                        </p:cTn>
                                        <p:tgtEl>
                                          <p:spTgt spid="1249">
                                            <p:txEl>
                                              <p:pRg st="0" end="0"/>
                                            </p:txEl>
                                          </p:spTgt>
                                        </p:tgtEl>
                                        <p:attrNameLst>
                                          <p:attrName>style.visibility</p:attrName>
                                        </p:attrNameLst>
                                      </p:cBhvr>
                                      <p:to>
                                        <p:strVal val="visible"/>
                                      </p:to>
                                    </p:set>
                                    <p:animEffect transition="in" filter="randombar(vertical)">
                                      <p:cBhvr>
                                        <p:cTn id="10" dur="500"/>
                                        <p:tgtEl>
                                          <p:spTgt spid="124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 grpId="0" build="p"/>
      <p:bldP spid="129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1" name="PlaceHolder 1"/>
          <p:cNvSpPr>
            <a:spLocks noGrp="1"/>
          </p:cNvSpPr>
          <p:nvPr>
            <p:ph type="subTitle"/>
          </p:nvPr>
        </p:nvSpPr>
        <p:spPr>
          <a:xfrm>
            <a:off x="716400" y="1635210"/>
            <a:ext cx="7710480" cy="2733300"/>
          </a:xfrm>
          <a:prstGeom prst="rect">
            <a:avLst/>
          </a:prstGeom>
          <a:noFill/>
          <a:ln w="0">
            <a:noFill/>
          </a:ln>
        </p:spPr>
        <p:txBody>
          <a:bodyPr lIns="91440" tIns="91440" rIns="91440" bIns="91440" anchor="t">
            <a:noAutofit/>
          </a:bodyPr>
          <a:lstStyle/>
          <a:p>
            <a:pPr marL="0" indent="0">
              <a:lnSpc>
                <a:spcPct val="200000"/>
              </a:lnSpc>
              <a:buNone/>
              <a:tabLst>
                <a:tab pos="0" algn="l"/>
              </a:tabLst>
            </a:pPr>
            <a:r>
              <a:rPr lang="fr-FR" sz="1400" b="0" strike="noStrike" spc="-1" dirty="0">
                <a:solidFill>
                  <a:schemeClr val="dk1"/>
                </a:solidFill>
                <a:latin typeface="Poppins"/>
                <a:ea typeface="Poppins"/>
              </a:rPr>
              <a:t>Le système maintenant digitalisé va nous permettre de récolter une masse d’informations </a:t>
            </a:r>
            <a:r>
              <a:rPr lang="fr-FR" sz="1400" spc="-1" dirty="0">
                <a:solidFill>
                  <a:schemeClr val="dk1"/>
                </a:solidFill>
                <a:latin typeface="Poppins"/>
                <a:ea typeface="Poppins"/>
              </a:rPr>
              <a:t>dans le but de :</a:t>
            </a:r>
          </a:p>
          <a:p>
            <a:pPr>
              <a:lnSpc>
                <a:spcPct val="200000"/>
              </a:lnSpc>
              <a:buFontTx/>
              <a:buChar char="-"/>
              <a:tabLst>
                <a:tab pos="0" algn="l"/>
              </a:tabLst>
            </a:pPr>
            <a:r>
              <a:rPr lang="fr-FR" sz="1400" b="0" strike="noStrike" spc="-1" dirty="0">
                <a:solidFill>
                  <a:schemeClr val="dk1"/>
                </a:solidFill>
                <a:latin typeface="Poppins"/>
                <a:ea typeface="Poppins"/>
              </a:rPr>
              <a:t>Visualiser les tendances globales </a:t>
            </a:r>
            <a:r>
              <a:rPr lang="fr-FR" sz="1400" spc="-1" dirty="0">
                <a:solidFill>
                  <a:schemeClr val="dk1"/>
                </a:solidFill>
                <a:latin typeface="Poppins"/>
                <a:ea typeface="Poppins"/>
              </a:rPr>
              <a:t>(</a:t>
            </a:r>
            <a:r>
              <a:rPr lang="fr-FR" sz="1400" b="0" strike="noStrike" spc="-1" dirty="0">
                <a:solidFill>
                  <a:schemeClr val="dk1"/>
                </a:solidFill>
                <a:latin typeface="Poppins"/>
                <a:ea typeface="Poppins"/>
              </a:rPr>
              <a:t>Les taux d’arrêts maladie)</a:t>
            </a:r>
          </a:p>
          <a:p>
            <a:pPr>
              <a:lnSpc>
                <a:spcPct val="200000"/>
              </a:lnSpc>
              <a:buFontTx/>
              <a:buChar char="-"/>
              <a:tabLst>
                <a:tab pos="0" algn="l"/>
              </a:tabLst>
            </a:pPr>
            <a:r>
              <a:rPr lang="fr-FR" sz="1400" b="0" strike="noStrike" spc="-1" dirty="0">
                <a:solidFill>
                  <a:schemeClr val="dk1"/>
                </a:solidFill>
                <a:latin typeface="Poppins"/>
                <a:ea typeface="Poppins"/>
              </a:rPr>
              <a:t>Détecter automatiquement les anomalies avec </a:t>
            </a:r>
            <a:r>
              <a:rPr lang="fr-FR" sz="1400" spc="-1" dirty="0">
                <a:solidFill>
                  <a:schemeClr val="dk1"/>
                </a:solidFill>
                <a:latin typeface="Poppins"/>
                <a:ea typeface="Poppins"/>
              </a:rPr>
              <a:t>une </a:t>
            </a:r>
            <a:r>
              <a:rPr lang="fr-FR" sz="1400" b="0" strike="noStrike" spc="-1" dirty="0">
                <a:solidFill>
                  <a:schemeClr val="dk1"/>
                </a:solidFill>
                <a:latin typeface="Poppins"/>
                <a:ea typeface="Poppins"/>
              </a:rPr>
              <a:t>IA entrainée sur ces données</a:t>
            </a:r>
          </a:p>
          <a:p>
            <a:pPr>
              <a:lnSpc>
                <a:spcPct val="200000"/>
              </a:lnSpc>
              <a:buFontTx/>
              <a:buChar char="-"/>
              <a:tabLst>
                <a:tab pos="0" algn="l"/>
              </a:tabLst>
            </a:pPr>
            <a:r>
              <a:rPr lang="fr-FR" sz="1400" b="0" strike="noStrike" spc="-1" dirty="0">
                <a:solidFill>
                  <a:schemeClr val="dk1"/>
                </a:solidFill>
                <a:latin typeface="Poppins"/>
                <a:ea typeface="Poppins"/>
              </a:rPr>
              <a:t>Cibler géographiquement – Répartition des anomalies</a:t>
            </a:r>
            <a:endParaRPr lang="fr-FR" sz="1400" b="0" strike="noStrike" spc="-1" dirty="0">
              <a:solidFill>
                <a:srgbClr val="000000"/>
              </a:solidFill>
              <a:latin typeface="Arial"/>
            </a:endParaRPr>
          </a:p>
        </p:txBody>
      </p:sp>
      <p:pic>
        <p:nvPicPr>
          <p:cNvPr id="1292" name="Image 3"/>
          <p:cNvPicPr/>
          <p:nvPr/>
        </p:nvPicPr>
        <p:blipFill>
          <a:blip r:embed="rId2"/>
          <a:stretch/>
        </p:blipFill>
        <p:spPr>
          <a:xfrm>
            <a:off x="4400280" y="430200"/>
            <a:ext cx="5137920" cy="5143320"/>
          </a:xfrm>
          <a:prstGeom prst="rect">
            <a:avLst/>
          </a:prstGeom>
          <a:ln w="0">
            <a:noFill/>
          </a:ln>
        </p:spPr>
      </p:pic>
      <p:sp>
        <p:nvSpPr>
          <p:cNvPr id="1293" name="ZoneTexte 1292"/>
          <p:cNvSpPr txBox="1"/>
          <p:nvPr/>
        </p:nvSpPr>
        <p:spPr>
          <a:xfrm>
            <a:off x="716400" y="430200"/>
            <a:ext cx="6984000" cy="1371240"/>
          </a:xfrm>
          <a:prstGeom prst="rect">
            <a:avLst/>
          </a:prstGeom>
          <a:noFill/>
          <a:ln w="0">
            <a:noFill/>
          </a:ln>
        </p:spPr>
        <p:txBody>
          <a:bodyPr lIns="90000" tIns="45000" rIns="90000" bIns="45000" anchor="t">
            <a:noAutofit/>
          </a:bodyPr>
          <a:lstStyle/>
          <a:p>
            <a:r>
              <a:rPr lang="en" sz="2600" b="1" strike="noStrike" spc="-1" dirty="0">
                <a:solidFill>
                  <a:schemeClr val="dk2"/>
                </a:solidFill>
                <a:latin typeface="Poppins"/>
                <a:ea typeface="IBM Plex Mono"/>
              </a:rPr>
              <a:t>La détection des fraudes par l’analyse de données</a:t>
            </a:r>
            <a:endParaRPr lang="fr-FR" sz="26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93"/>
                                        </p:tgtEl>
                                        <p:attrNameLst>
                                          <p:attrName>style.visibility</p:attrName>
                                        </p:attrNameLst>
                                      </p:cBhvr>
                                      <p:to>
                                        <p:strVal val="visible"/>
                                      </p:to>
                                    </p:set>
                                    <p:animEffect transition="in" filter="fade">
                                      <p:cBhvr>
                                        <p:cTn id="7" dur="1000"/>
                                        <p:tgtEl>
                                          <p:spTgt spid="1293"/>
                                        </p:tgtEl>
                                      </p:cBhvr>
                                    </p:animEffect>
                                    <p:anim calcmode="lin" valueType="num">
                                      <p:cBhvr>
                                        <p:cTn id="8" dur="1000" fill="hold"/>
                                        <p:tgtEl>
                                          <p:spTgt spid="1293"/>
                                        </p:tgtEl>
                                        <p:attrNameLst>
                                          <p:attrName>ppt_x</p:attrName>
                                        </p:attrNameLst>
                                      </p:cBhvr>
                                      <p:tavLst>
                                        <p:tav tm="0">
                                          <p:val>
                                            <p:strVal val="#ppt_x"/>
                                          </p:val>
                                        </p:tav>
                                        <p:tav tm="100000">
                                          <p:val>
                                            <p:strVal val="#ppt_x"/>
                                          </p:val>
                                        </p:tav>
                                      </p:tavLst>
                                    </p:anim>
                                    <p:anim calcmode="lin" valueType="num">
                                      <p:cBhvr>
                                        <p:cTn id="9" dur="1000" fill="hold"/>
                                        <p:tgtEl>
                                          <p:spTgt spid="129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91">
                                            <p:txEl>
                                              <p:pRg st="0" end="0"/>
                                            </p:txEl>
                                          </p:spTgt>
                                        </p:tgtEl>
                                        <p:attrNameLst>
                                          <p:attrName>style.visibility</p:attrName>
                                        </p:attrNameLst>
                                      </p:cBhvr>
                                      <p:to>
                                        <p:strVal val="visible"/>
                                      </p:to>
                                    </p:set>
                                    <p:animEffect transition="in" filter="fade">
                                      <p:cBhvr>
                                        <p:cTn id="12" dur="1000"/>
                                        <p:tgtEl>
                                          <p:spTgt spid="1291">
                                            <p:txEl>
                                              <p:pRg st="0" end="0"/>
                                            </p:txEl>
                                          </p:spTgt>
                                        </p:tgtEl>
                                      </p:cBhvr>
                                    </p:animEffect>
                                    <p:anim calcmode="lin" valueType="num">
                                      <p:cBhvr>
                                        <p:cTn id="13" dur="1000" fill="hold"/>
                                        <p:tgtEl>
                                          <p:spTgt spid="1291">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29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91">
                                            <p:txEl>
                                              <p:pRg st="1" end="1"/>
                                            </p:txEl>
                                          </p:spTgt>
                                        </p:tgtEl>
                                        <p:attrNameLst>
                                          <p:attrName>style.visibility</p:attrName>
                                        </p:attrNameLst>
                                      </p:cBhvr>
                                      <p:to>
                                        <p:strVal val="visible"/>
                                      </p:to>
                                    </p:set>
                                    <p:animEffect transition="in" filter="fade">
                                      <p:cBhvr>
                                        <p:cTn id="19" dur="1000"/>
                                        <p:tgtEl>
                                          <p:spTgt spid="1291">
                                            <p:txEl>
                                              <p:pRg st="1" end="1"/>
                                            </p:txEl>
                                          </p:spTgt>
                                        </p:tgtEl>
                                      </p:cBhvr>
                                    </p:animEffect>
                                    <p:anim calcmode="lin" valueType="num">
                                      <p:cBhvr>
                                        <p:cTn id="20" dur="1000" fill="hold"/>
                                        <p:tgtEl>
                                          <p:spTgt spid="1291">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29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291">
                                            <p:txEl>
                                              <p:pRg st="2" end="2"/>
                                            </p:txEl>
                                          </p:spTgt>
                                        </p:tgtEl>
                                        <p:attrNameLst>
                                          <p:attrName>style.visibility</p:attrName>
                                        </p:attrNameLst>
                                      </p:cBhvr>
                                      <p:to>
                                        <p:strVal val="visible"/>
                                      </p:to>
                                    </p:set>
                                    <p:animEffect transition="in" filter="fade">
                                      <p:cBhvr>
                                        <p:cTn id="26" dur="1000"/>
                                        <p:tgtEl>
                                          <p:spTgt spid="1291">
                                            <p:txEl>
                                              <p:pRg st="2" end="2"/>
                                            </p:txEl>
                                          </p:spTgt>
                                        </p:tgtEl>
                                      </p:cBhvr>
                                    </p:animEffect>
                                    <p:anim calcmode="lin" valueType="num">
                                      <p:cBhvr>
                                        <p:cTn id="27" dur="1000" fill="hold"/>
                                        <p:tgtEl>
                                          <p:spTgt spid="1291">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129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291">
                                            <p:txEl>
                                              <p:pRg st="3" end="3"/>
                                            </p:txEl>
                                          </p:spTgt>
                                        </p:tgtEl>
                                        <p:attrNameLst>
                                          <p:attrName>style.visibility</p:attrName>
                                        </p:attrNameLst>
                                      </p:cBhvr>
                                      <p:to>
                                        <p:strVal val="visible"/>
                                      </p:to>
                                    </p:set>
                                    <p:animEffect transition="in" filter="fade">
                                      <p:cBhvr>
                                        <p:cTn id="33" dur="1000"/>
                                        <p:tgtEl>
                                          <p:spTgt spid="1291">
                                            <p:txEl>
                                              <p:pRg st="3" end="3"/>
                                            </p:txEl>
                                          </p:spTgt>
                                        </p:tgtEl>
                                      </p:cBhvr>
                                    </p:animEffect>
                                    <p:anim calcmode="lin" valueType="num">
                                      <p:cBhvr>
                                        <p:cTn id="34" dur="1000" fill="hold"/>
                                        <p:tgtEl>
                                          <p:spTgt spid="1291">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129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1" grpId="0" build="p"/>
      <p:bldP spid="129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4" name="PlaceHolder 1"/>
          <p:cNvSpPr>
            <a:spLocks noGrp="1"/>
          </p:cNvSpPr>
          <p:nvPr>
            <p:ph type="subTitle"/>
          </p:nvPr>
        </p:nvSpPr>
        <p:spPr>
          <a:xfrm>
            <a:off x="716400" y="1441350"/>
            <a:ext cx="7253005" cy="2260800"/>
          </a:xfrm>
          <a:prstGeom prst="rect">
            <a:avLst/>
          </a:prstGeom>
          <a:noFill/>
          <a:ln w="0">
            <a:noFill/>
          </a:ln>
        </p:spPr>
        <p:txBody>
          <a:bodyPr lIns="91440" tIns="91440" rIns="91440" bIns="91440" anchor="t">
            <a:noAutofit/>
          </a:bodyPr>
          <a:lstStyle/>
          <a:p>
            <a:pPr marL="0" indent="0">
              <a:lnSpc>
                <a:spcPct val="150000"/>
              </a:lnSpc>
              <a:buNone/>
            </a:pPr>
            <a:r>
              <a:rPr lang="fr-FR" sz="1400" b="0" strike="noStrike" spc="-1" dirty="0">
                <a:solidFill>
                  <a:schemeClr val="dk1"/>
                </a:solidFill>
                <a:latin typeface="Poppins" panose="00000500000000000000" pitchFamily="2" charset="0"/>
                <a:ea typeface="Poppins"/>
                <a:cs typeface="Poppins" panose="00000500000000000000" pitchFamily="2" charset="0"/>
              </a:rPr>
              <a:t>L’intelligence artificielle regroupe un ensemble de techniques informatiques qui permettent à des machines de simuler certaines capacités humaines comme l’apprentissage, le raisonnement, ou la prise de décision.</a:t>
            </a:r>
          </a:p>
          <a:p>
            <a:pPr marL="0" indent="0">
              <a:lnSpc>
                <a:spcPct val="150000"/>
              </a:lnSpc>
              <a:buNone/>
            </a:pPr>
            <a:r>
              <a:rPr lang="fr-FR" sz="1400" b="0" strike="noStrike" spc="-1" dirty="0">
                <a:solidFill>
                  <a:schemeClr val="dk1"/>
                </a:solidFill>
                <a:latin typeface="Poppins" panose="00000500000000000000" pitchFamily="2" charset="0"/>
                <a:ea typeface="Poppins"/>
                <a:cs typeface="Poppins" panose="00000500000000000000" pitchFamily="2" charset="0"/>
              </a:rPr>
              <a:t>Elle repose notamment sur des algorithmes capables de traiter de grandes quantités de données pour détecter des schémas (patterns) et s’adapter à de nouvelles situations.</a:t>
            </a:r>
            <a:endParaRPr lang="fr-FR" sz="1400" b="0" strike="noStrike" spc="-1" dirty="0">
              <a:solidFill>
                <a:srgbClr val="000000"/>
              </a:solidFill>
              <a:latin typeface="Poppins" panose="00000500000000000000" pitchFamily="2" charset="0"/>
              <a:cs typeface="Poppins" panose="00000500000000000000" pitchFamily="2" charset="0"/>
            </a:endParaRPr>
          </a:p>
          <a:p>
            <a:pPr>
              <a:lnSpc>
                <a:spcPct val="150000"/>
              </a:lnSpc>
            </a:pPr>
            <a:r>
              <a:rPr lang="fr-FR" sz="1400" b="1" strike="noStrike" spc="-1" dirty="0">
                <a:solidFill>
                  <a:schemeClr val="dk1"/>
                </a:solidFill>
                <a:latin typeface="Poppins" panose="00000500000000000000" pitchFamily="2" charset="0"/>
                <a:ea typeface="Poppins"/>
                <a:cs typeface="Poppins" panose="00000500000000000000" pitchFamily="2" charset="0"/>
              </a:rPr>
              <a:t>Exemple d’application</a:t>
            </a:r>
            <a:r>
              <a:rPr lang="fr-FR" sz="1400" b="0" strike="noStrike" spc="-1" dirty="0">
                <a:solidFill>
                  <a:schemeClr val="dk1"/>
                </a:solidFill>
                <a:latin typeface="Poppins" panose="00000500000000000000" pitchFamily="2" charset="0"/>
                <a:ea typeface="Poppins"/>
                <a:cs typeface="Poppins" panose="00000500000000000000" pitchFamily="2" charset="0"/>
              </a:rPr>
              <a:t> : reconnaissance faciale, assistants vocaux, systèmes de recommandation, détection d’anomalies.</a:t>
            </a:r>
            <a:endParaRPr lang="fr-FR" sz="1400" b="0" strike="noStrike" spc="-1" dirty="0">
              <a:solidFill>
                <a:srgbClr val="000000"/>
              </a:solidFill>
              <a:latin typeface="Poppins" panose="00000500000000000000" pitchFamily="2" charset="0"/>
              <a:cs typeface="Poppins" panose="00000500000000000000" pitchFamily="2" charset="0"/>
            </a:endParaRPr>
          </a:p>
        </p:txBody>
      </p:sp>
      <p:pic>
        <p:nvPicPr>
          <p:cNvPr id="1295" name="Image 1"/>
          <p:cNvPicPr/>
          <p:nvPr/>
        </p:nvPicPr>
        <p:blipFill>
          <a:blip r:embed="rId2"/>
          <a:stretch/>
        </p:blipFill>
        <p:spPr>
          <a:xfrm>
            <a:off x="6639225" y="-218502"/>
            <a:ext cx="5137920" cy="5143320"/>
          </a:xfrm>
          <a:prstGeom prst="rect">
            <a:avLst/>
          </a:prstGeom>
          <a:ln w="0">
            <a:noFill/>
          </a:ln>
        </p:spPr>
      </p:pic>
      <p:sp>
        <p:nvSpPr>
          <p:cNvPr id="1296" name="ZoneTexte 1295"/>
          <p:cNvSpPr txBox="1"/>
          <p:nvPr/>
        </p:nvSpPr>
        <p:spPr>
          <a:xfrm>
            <a:off x="716400" y="586317"/>
            <a:ext cx="5268088" cy="774132"/>
          </a:xfrm>
          <a:prstGeom prst="rect">
            <a:avLst/>
          </a:prstGeom>
          <a:noFill/>
          <a:ln w="0">
            <a:noFill/>
          </a:ln>
        </p:spPr>
        <p:txBody>
          <a:bodyPr lIns="90000" tIns="45000" rIns="90000" bIns="45000" anchor="t">
            <a:noAutofit/>
          </a:bodyPr>
          <a:lstStyle/>
          <a:p>
            <a:r>
              <a:rPr lang="en" sz="2600" b="1" strike="noStrike" spc="-1" dirty="0">
                <a:solidFill>
                  <a:schemeClr val="dk2"/>
                </a:solidFill>
                <a:latin typeface="Poppins"/>
                <a:ea typeface="IBM Plex Mono"/>
              </a:rPr>
              <a:t>Qu’est qu’on entend par l’IA</a:t>
            </a:r>
            <a:endParaRPr lang="fr-FR" sz="26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96"/>
                                        </p:tgtEl>
                                        <p:attrNameLst>
                                          <p:attrName>style.visibility</p:attrName>
                                        </p:attrNameLst>
                                      </p:cBhvr>
                                      <p:to>
                                        <p:strVal val="visible"/>
                                      </p:to>
                                    </p:set>
                                    <p:animEffect transition="in" filter="fade">
                                      <p:cBhvr>
                                        <p:cTn id="7" dur="1000"/>
                                        <p:tgtEl>
                                          <p:spTgt spid="1296"/>
                                        </p:tgtEl>
                                      </p:cBhvr>
                                    </p:animEffect>
                                    <p:anim calcmode="lin" valueType="num">
                                      <p:cBhvr>
                                        <p:cTn id="8" dur="1000" fill="hold"/>
                                        <p:tgtEl>
                                          <p:spTgt spid="1296"/>
                                        </p:tgtEl>
                                        <p:attrNameLst>
                                          <p:attrName>ppt_x</p:attrName>
                                        </p:attrNameLst>
                                      </p:cBhvr>
                                      <p:tavLst>
                                        <p:tav tm="0">
                                          <p:val>
                                            <p:strVal val="#ppt_x"/>
                                          </p:val>
                                        </p:tav>
                                        <p:tav tm="100000">
                                          <p:val>
                                            <p:strVal val="#ppt_x"/>
                                          </p:val>
                                        </p:tav>
                                      </p:tavLst>
                                    </p:anim>
                                    <p:anim calcmode="lin" valueType="num">
                                      <p:cBhvr>
                                        <p:cTn id="9" dur="1000" fill="hold"/>
                                        <p:tgtEl>
                                          <p:spTgt spid="129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94">
                                            <p:txEl>
                                              <p:pRg st="0" end="0"/>
                                            </p:txEl>
                                          </p:spTgt>
                                        </p:tgtEl>
                                        <p:attrNameLst>
                                          <p:attrName>style.visibility</p:attrName>
                                        </p:attrNameLst>
                                      </p:cBhvr>
                                      <p:to>
                                        <p:strVal val="visible"/>
                                      </p:to>
                                    </p:set>
                                    <p:animEffect transition="in" filter="fade">
                                      <p:cBhvr>
                                        <p:cTn id="12" dur="1000"/>
                                        <p:tgtEl>
                                          <p:spTgt spid="1294">
                                            <p:txEl>
                                              <p:pRg st="0" end="0"/>
                                            </p:txEl>
                                          </p:spTgt>
                                        </p:tgtEl>
                                      </p:cBhvr>
                                    </p:animEffect>
                                    <p:anim calcmode="lin" valueType="num">
                                      <p:cBhvr>
                                        <p:cTn id="13" dur="1000" fill="hold"/>
                                        <p:tgtEl>
                                          <p:spTgt spid="129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29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94">
                                            <p:txEl>
                                              <p:pRg st="1" end="1"/>
                                            </p:txEl>
                                          </p:spTgt>
                                        </p:tgtEl>
                                        <p:attrNameLst>
                                          <p:attrName>style.visibility</p:attrName>
                                        </p:attrNameLst>
                                      </p:cBhvr>
                                      <p:to>
                                        <p:strVal val="visible"/>
                                      </p:to>
                                    </p:set>
                                    <p:animEffect transition="in" filter="fade">
                                      <p:cBhvr>
                                        <p:cTn id="19" dur="1000"/>
                                        <p:tgtEl>
                                          <p:spTgt spid="1294">
                                            <p:txEl>
                                              <p:pRg st="1" end="1"/>
                                            </p:txEl>
                                          </p:spTgt>
                                        </p:tgtEl>
                                      </p:cBhvr>
                                    </p:animEffect>
                                    <p:anim calcmode="lin" valueType="num">
                                      <p:cBhvr>
                                        <p:cTn id="20" dur="1000" fill="hold"/>
                                        <p:tgtEl>
                                          <p:spTgt spid="1294">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29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294">
                                            <p:txEl>
                                              <p:pRg st="2" end="2"/>
                                            </p:txEl>
                                          </p:spTgt>
                                        </p:tgtEl>
                                        <p:attrNameLst>
                                          <p:attrName>style.visibility</p:attrName>
                                        </p:attrNameLst>
                                      </p:cBhvr>
                                      <p:to>
                                        <p:strVal val="visible"/>
                                      </p:to>
                                    </p:set>
                                    <p:animEffect transition="in" filter="fade">
                                      <p:cBhvr>
                                        <p:cTn id="26" dur="1000"/>
                                        <p:tgtEl>
                                          <p:spTgt spid="1294">
                                            <p:txEl>
                                              <p:pRg st="2" end="2"/>
                                            </p:txEl>
                                          </p:spTgt>
                                        </p:tgtEl>
                                      </p:cBhvr>
                                    </p:animEffect>
                                    <p:anim calcmode="lin" valueType="num">
                                      <p:cBhvr>
                                        <p:cTn id="27" dur="1000" fill="hold"/>
                                        <p:tgtEl>
                                          <p:spTgt spid="1294">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129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4" grpId="0" build="p"/>
      <p:bldP spid="129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4" name="Google Shape;1959;p12"/>
          <p:cNvPicPr/>
          <p:nvPr/>
        </p:nvPicPr>
        <p:blipFill>
          <a:blip r:embed="rId2"/>
          <a:stretch/>
        </p:blipFill>
        <p:spPr>
          <a:xfrm>
            <a:off x="4379400" y="681120"/>
            <a:ext cx="4641120" cy="4277160"/>
          </a:xfrm>
          <a:prstGeom prst="rect">
            <a:avLst/>
          </a:prstGeom>
          <a:ln w="0">
            <a:noFill/>
          </a:ln>
        </p:spPr>
      </p:pic>
      <p:sp>
        <p:nvSpPr>
          <p:cNvPr id="1245" name="Google Shape;1960;p12"/>
          <p:cNvSpPr/>
          <p:nvPr/>
        </p:nvSpPr>
        <p:spPr>
          <a:xfrm>
            <a:off x="149760" y="2277360"/>
            <a:ext cx="5457240" cy="12585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nSpc>
                <a:spcPct val="100000"/>
              </a:lnSpc>
              <a:tabLst>
                <a:tab pos="0" algn="l"/>
              </a:tabLst>
            </a:pPr>
            <a:r>
              <a:rPr lang="en" sz="3600" b="0" strike="noStrike" spc="-1" dirty="0">
                <a:solidFill>
                  <a:schemeClr val="dk2"/>
                </a:solidFill>
                <a:latin typeface="Arial"/>
                <a:ea typeface="Arial"/>
              </a:rPr>
              <a:t>L’</a:t>
            </a:r>
            <a:r>
              <a:rPr lang="en" sz="3600" spc="-1" dirty="0">
                <a:solidFill>
                  <a:schemeClr val="dk2"/>
                </a:solidFill>
                <a:latin typeface="Arial"/>
                <a:ea typeface="Arial"/>
              </a:rPr>
              <a:t>INTE</a:t>
            </a:r>
            <a:r>
              <a:rPr lang="en" sz="3600" b="0" strike="noStrike" spc="-1" dirty="0">
                <a:solidFill>
                  <a:schemeClr val="dk2"/>
                </a:solidFill>
                <a:latin typeface="Arial"/>
                <a:ea typeface="Arial"/>
              </a:rPr>
              <a:t>RFACE MEDECIN:</a:t>
            </a:r>
            <a:endParaRPr lang="fr-FR" sz="3600" b="0" strike="noStrike" spc="-1" dirty="0">
              <a:solidFill>
                <a:srgbClr val="000000"/>
              </a:solidFill>
              <a:latin typeface="Arial"/>
            </a:endParaRPr>
          </a:p>
          <a:p>
            <a:pPr>
              <a:lnSpc>
                <a:spcPct val="100000"/>
              </a:lnSpc>
              <a:tabLst>
                <a:tab pos="0" algn="l"/>
              </a:tabLst>
            </a:pPr>
            <a:endParaRPr lang="fr-FR" sz="1400" b="0" strike="noStrike" spc="-1" dirty="0">
              <a:solidFill>
                <a:srgbClr val="000000"/>
              </a:solidFill>
              <a:latin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45"/>
                                        </p:tgtEl>
                                        <p:attrNameLst>
                                          <p:attrName>style.visibility</p:attrName>
                                        </p:attrNameLst>
                                      </p:cBhvr>
                                      <p:to>
                                        <p:strVal val="visible"/>
                                      </p:to>
                                    </p:set>
                                    <p:animEffect transition="in" filter="fade">
                                      <p:cBhvr>
                                        <p:cTn id="7" dur="500"/>
                                        <p:tgtEl>
                                          <p:spTgt spid="1245"/>
                                        </p:tgtEl>
                                      </p:cBhvr>
                                    </p:animEffect>
                                  </p:childTnLst>
                                </p:cTn>
                              </p:par>
                              <p:par>
                                <p:cTn id="8" presetID="10" presetClass="entr" presetSubtype="0" fill="hold" nodeType="withEffect">
                                  <p:stCondLst>
                                    <p:cond delay="0"/>
                                  </p:stCondLst>
                                  <p:childTnLst>
                                    <p:set>
                                      <p:cBhvr>
                                        <p:cTn id="9" dur="1" fill="hold">
                                          <p:stCondLst>
                                            <p:cond delay="0"/>
                                          </p:stCondLst>
                                        </p:cTn>
                                        <p:tgtEl>
                                          <p:spTgt spid="1244"/>
                                        </p:tgtEl>
                                        <p:attrNameLst>
                                          <p:attrName>style.visibility</p:attrName>
                                        </p:attrNameLst>
                                      </p:cBhvr>
                                      <p:to>
                                        <p:strVal val="visible"/>
                                      </p:to>
                                    </p:set>
                                    <p:animEffect transition="in" filter="fade">
                                      <p:cBhvr>
                                        <p:cTn id="10" dur="500"/>
                                        <p:tgtEl>
                                          <p:spTgt spid="1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2" name="PlaceHolder 1"/>
          <p:cNvSpPr>
            <a:spLocks noGrp="1"/>
          </p:cNvSpPr>
          <p:nvPr>
            <p:ph type="title"/>
          </p:nvPr>
        </p:nvSpPr>
        <p:spPr>
          <a:xfrm>
            <a:off x="637920" y="900000"/>
            <a:ext cx="1702080" cy="99324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6200" b="1" strike="noStrike" spc="-1" dirty="0">
                <a:solidFill>
                  <a:schemeClr val="dk2"/>
                </a:solidFill>
                <a:latin typeface="Poppins"/>
                <a:ea typeface="Poppins"/>
              </a:rPr>
              <a:t>05</a:t>
            </a:r>
            <a:endParaRPr lang="fr-FR" sz="6200" b="0" strike="noStrike" spc="-1" dirty="0">
              <a:solidFill>
                <a:srgbClr val="000000"/>
              </a:solidFill>
              <a:latin typeface="Arial"/>
            </a:endParaRPr>
          </a:p>
        </p:txBody>
      </p:sp>
      <p:grpSp>
        <p:nvGrpSpPr>
          <p:cNvPr id="1303" name="Google Shape;1435;g34e3735cec0_0_ 2"/>
          <p:cNvGrpSpPr/>
          <p:nvPr/>
        </p:nvGrpSpPr>
        <p:grpSpPr>
          <a:xfrm>
            <a:off x="-472140" y="4172236"/>
            <a:ext cx="3922200" cy="2969640"/>
            <a:chOff x="-368640" y="3354480"/>
            <a:chExt cx="3922200" cy="2969640"/>
          </a:xfrm>
        </p:grpSpPr>
        <p:pic>
          <p:nvPicPr>
            <p:cNvPr id="1304" name="Google Shape;1436;g34e3735cec0_0_ 2"/>
            <p:cNvPicPr/>
            <p:nvPr/>
          </p:nvPicPr>
          <p:blipFill>
            <a:blip r:embed="rId2"/>
            <a:srcRect l="16959" t="24713" r="7122" b="26173"/>
            <a:stretch/>
          </p:blipFill>
          <p:spPr>
            <a:xfrm>
              <a:off x="-368640" y="3354480"/>
              <a:ext cx="3890880" cy="2969640"/>
            </a:xfrm>
            <a:prstGeom prst="rect">
              <a:avLst/>
            </a:prstGeom>
            <a:ln w="0">
              <a:noFill/>
            </a:ln>
          </p:spPr>
        </p:pic>
        <p:grpSp>
          <p:nvGrpSpPr>
            <p:cNvPr id="1305" name="Google Shape;1437;g34e3735cec0_0_ 2"/>
            <p:cNvGrpSpPr/>
            <p:nvPr/>
          </p:nvGrpSpPr>
          <p:grpSpPr>
            <a:xfrm>
              <a:off x="1859400" y="4445640"/>
              <a:ext cx="1694160" cy="1359720"/>
              <a:chOff x="1859400" y="4445640"/>
              <a:chExt cx="1694160" cy="1359720"/>
            </a:xfrm>
          </p:grpSpPr>
          <p:sp>
            <p:nvSpPr>
              <p:cNvPr id="1306" name="Google Shape;1438;g34e3735cec0_0_ 2"/>
              <p:cNvSpPr/>
              <p:nvPr/>
            </p:nvSpPr>
            <p:spPr>
              <a:xfrm>
                <a:off x="2293200" y="4713840"/>
                <a:ext cx="1260360" cy="1091520"/>
              </a:xfrm>
              <a:custGeom>
                <a:avLst/>
                <a:gdLst>
                  <a:gd name="textAreaLeft" fmla="*/ 0 w 1260360"/>
                  <a:gd name="textAreaRight" fmla="*/ 1260720 w 1260360"/>
                  <a:gd name="textAreaTop" fmla="*/ 0 h 1091520"/>
                  <a:gd name="textAreaBottom" fmla="*/ 1091880 h 109152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307" name="Google Shape;1439;g34e3735cec0_0_ 2"/>
              <p:cNvSpPr/>
              <p:nvPr/>
            </p:nvSpPr>
            <p:spPr>
              <a:xfrm>
                <a:off x="2269800" y="444564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308" name="Google Shape;1440;g34e3735cec0_0_ 2"/>
              <p:cNvSpPr/>
              <p:nvPr/>
            </p:nvSpPr>
            <p:spPr>
              <a:xfrm>
                <a:off x="1859400" y="4713840"/>
                <a:ext cx="900360" cy="779760"/>
              </a:xfrm>
              <a:custGeom>
                <a:avLst/>
                <a:gdLst>
                  <a:gd name="textAreaLeft" fmla="*/ 0 w 900360"/>
                  <a:gd name="textAreaRight" fmla="*/ 900720 w 900360"/>
                  <a:gd name="textAreaTop" fmla="*/ 0 h 779760"/>
                  <a:gd name="textAreaBottom" fmla="*/ 780120 h 779760"/>
                </a:gdLst>
                <a:ahLst/>
                <a:cxnLst/>
                <a:rect l="textAreaLeft" t="textAreaTop" r="textAreaRight" b="textAreaBottom"/>
                <a:pathLst>
                  <a:path w="51285" h="44413">
                    <a:moveTo>
                      <a:pt x="12814" y="0"/>
                    </a:moveTo>
                    <a:lnTo>
                      <a:pt x="0" y="22199"/>
                    </a:lnTo>
                    <a:lnTo>
                      <a:pt x="12814" y="44413"/>
                    </a:lnTo>
                    <a:lnTo>
                      <a:pt x="38471" y="44413"/>
                    </a:lnTo>
                    <a:lnTo>
                      <a:pt x="51285" y="22199"/>
                    </a:lnTo>
                    <a:lnTo>
                      <a:pt x="38471" y="0"/>
                    </a:lnTo>
                    <a:close/>
                  </a:path>
                </a:pathLst>
              </a:custGeom>
              <a:gradFill rotWithShape="0">
                <a:gsLst>
                  <a:gs pos="0">
                    <a:srgbClr val="F5F8FF"/>
                  </a:gs>
                  <a:gs pos="22000">
                    <a:srgbClr val="F5F8FF"/>
                  </a:gs>
                  <a:gs pos="45000">
                    <a:srgbClr val="FFFFFF">
                      <a:alpha val="0"/>
                    </a:srgbClr>
                  </a:gs>
                  <a:gs pos="100000">
                    <a:srgbClr val="0C0A9E">
                      <a:alpha val="50000"/>
                    </a:srgbClr>
                  </a:gs>
                </a:gsLst>
                <a:lin ang="27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grpSp>
      </p:grpSp>
      <p:sp>
        <p:nvSpPr>
          <p:cNvPr id="1309" name="PlaceHolder 2"/>
          <p:cNvSpPr>
            <a:spLocks noGrp="1"/>
          </p:cNvSpPr>
          <p:nvPr>
            <p:ph type="title"/>
          </p:nvPr>
        </p:nvSpPr>
        <p:spPr>
          <a:xfrm>
            <a:off x="1888920" y="1418400"/>
            <a:ext cx="5597640" cy="671760"/>
          </a:xfrm>
          <a:prstGeom prst="rect">
            <a:avLst/>
          </a:prstGeom>
          <a:noFill/>
          <a:ln w="0">
            <a:noFill/>
          </a:ln>
        </p:spPr>
        <p:txBody>
          <a:bodyPr lIns="91440" tIns="91440" rIns="91440" bIns="91440" anchor="ctr">
            <a:noAutofit/>
          </a:bodyPr>
          <a:lstStyle/>
          <a:p>
            <a:pPr indent="0">
              <a:lnSpc>
                <a:spcPct val="100000"/>
              </a:lnSpc>
              <a:buNone/>
              <a:tabLst>
                <a:tab pos="0" algn="l"/>
              </a:tabLst>
            </a:pPr>
            <a:r>
              <a:rPr lang="en" sz="5400" b="1" strike="noStrike" spc="-1" dirty="0">
                <a:solidFill>
                  <a:schemeClr val="dk2"/>
                </a:solidFill>
                <a:latin typeface="Poppins"/>
                <a:ea typeface="Times New Roman"/>
              </a:rPr>
              <a:t>Conclusion</a:t>
            </a:r>
            <a:br>
              <a:rPr sz="4800" dirty="0"/>
            </a:br>
            <a:endParaRPr lang="fr-FR" sz="5400" b="0" strike="noStrike" spc="-1" dirty="0">
              <a:solidFill>
                <a:srgbClr val="000000"/>
              </a:solidFill>
              <a:latin typeface="Arial"/>
            </a:endParaRPr>
          </a:p>
        </p:txBody>
      </p:sp>
      <p:grpSp>
        <p:nvGrpSpPr>
          <p:cNvPr id="1310" name="Google Shape;1442;g34e3735cec0_0_ 2"/>
          <p:cNvGrpSpPr/>
          <p:nvPr/>
        </p:nvGrpSpPr>
        <p:grpSpPr>
          <a:xfrm>
            <a:off x="7184886" y="-2432700"/>
            <a:ext cx="4267800" cy="6665400"/>
            <a:chOff x="6487560" y="-1301040"/>
            <a:chExt cx="4267800" cy="6665400"/>
          </a:xfrm>
        </p:grpSpPr>
        <p:sp>
          <p:nvSpPr>
            <p:cNvPr id="1311" name="Google Shape;1443;g34e3735cec0_0_ 2"/>
            <p:cNvSpPr/>
            <p:nvPr/>
          </p:nvSpPr>
          <p:spPr>
            <a:xfrm>
              <a:off x="6727680" y="103320"/>
              <a:ext cx="4006080" cy="4748760"/>
            </a:xfrm>
            <a:custGeom>
              <a:avLst/>
              <a:gdLst>
                <a:gd name="textAreaLeft" fmla="*/ 0 w 4006080"/>
                <a:gd name="textAreaRight" fmla="*/ 4006440 w 4006080"/>
                <a:gd name="textAreaTop" fmla="*/ 0 h 4748760"/>
                <a:gd name="textAreaBottom" fmla="*/ 4749120 h 4748760"/>
              </a:gdLst>
              <a:ahLst/>
              <a:cxnLst/>
              <a:rect l="textAreaLeft" t="textAreaTop" r="textAreaRight" b="textAreaBottom"/>
              <a:pathLst>
                <a:path w="97678" h="115794">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312" name="Google Shape;1444;g34e3735cec0_0_ 2"/>
            <p:cNvSpPr/>
            <p:nvPr/>
          </p:nvSpPr>
          <p:spPr>
            <a:xfrm>
              <a:off x="7070400" y="81360"/>
              <a:ext cx="2925000" cy="3057480"/>
            </a:xfrm>
            <a:custGeom>
              <a:avLst/>
              <a:gdLst>
                <a:gd name="textAreaLeft" fmla="*/ 0 w 2925000"/>
                <a:gd name="textAreaRight" fmla="*/ 2925360 w 2925000"/>
                <a:gd name="textAreaTop" fmla="*/ 0 h 3057480"/>
                <a:gd name="textAreaBottom" fmla="*/ 3057840 h 3057480"/>
              </a:gdLst>
              <a:ahLst/>
              <a:cxnLst/>
              <a:rect l="textAreaLeft" t="textAreaTop" r="textAreaRight" b="textAreaBottom"/>
              <a:pathLst>
                <a:path w="71320" h="7455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313" name="Google Shape;1445;g34e3735cec0_0_ 2"/>
            <p:cNvSpPr/>
            <p:nvPr/>
          </p:nvSpPr>
          <p:spPr>
            <a:xfrm>
              <a:off x="7602480" y="245520"/>
              <a:ext cx="3152880" cy="5118840"/>
            </a:xfrm>
            <a:custGeom>
              <a:avLst/>
              <a:gdLst>
                <a:gd name="textAreaLeft" fmla="*/ 0 w 3152880"/>
                <a:gd name="textAreaRight" fmla="*/ 3153240 w 3152880"/>
                <a:gd name="textAreaTop" fmla="*/ 0 h 5118840"/>
                <a:gd name="textAreaBottom" fmla="*/ 5119200 h 5118840"/>
              </a:gdLst>
              <a:ahLst/>
              <a:cxnLst/>
              <a:rect l="textAreaLeft" t="textAreaTop" r="textAreaRight" b="textAreaBottom"/>
              <a:pathLst>
                <a:path w="76882" h="124813">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rotWithShape="0">
              <a:gsLst>
                <a:gs pos="0">
                  <a:srgbClr val="EB9109"/>
                </a:gs>
                <a:gs pos="78000">
                  <a:srgbClr val="F5F8FF"/>
                </a:gs>
                <a:gs pos="100000">
                  <a:srgbClr val="F5F8FF"/>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314" name="Google Shape;1446;g34e3735cec0_0_ 2"/>
            <p:cNvSpPr/>
            <p:nvPr/>
          </p:nvSpPr>
          <p:spPr>
            <a:xfrm>
              <a:off x="7235280" y="62244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rotWithShape="0">
              <a:gsLst>
                <a:gs pos="0">
                  <a:srgbClr val="9900FF">
                    <a:alpha val="46000"/>
                  </a:srgbClr>
                </a:gs>
                <a:gs pos="100000">
                  <a:srgbClr val="FFFFFF">
                    <a:alpha val="0"/>
                  </a:srgbClr>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315" name="Google Shape;1447;g34e3735cec0_0_ 2"/>
            <p:cNvSpPr/>
            <p:nvPr/>
          </p:nvSpPr>
          <p:spPr>
            <a:xfrm>
              <a:off x="6933240" y="621360"/>
              <a:ext cx="1860120" cy="4595040"/>
            </a:xfrm>
            <a:custGeom>
              <a:avLst/>
              <a:gdLst>
                <a:gd name="textAreaLeft" fmla="*/ 0 w 1860120"/>
                <a:gd name="textAreaRight" fmla="*/ 1860480 w 1860120"/>
                <a:gd name="textAreaTop" fmla="*/ 0 h 4595040"/>
                <a:gd name="textAreaBottom" fmla="*/ 4595400 h 4595040"/>
              </a:gdLst>
              <a:ahLst/>
              <a:cxnLst/>
              <a:rect l="textAreaLeft" t="textAreaTop" r="textAreaRight" b="textAreaBottom"/>
              <a:pathLst>
                <a:path w="23937" h="5626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pic>
          <p:nvPicPr>
            <p:cNvPr id="1316" name="Google Shape;1448;g34e3735cec0_0_ 2"/>
            <p:cNvPicPr/>
            <p:nvPr/>
          </p:nvPicPr>
          <p:blipFill>
            <a:blip r:embed="rId2"/>
            <a:srcRect l="16959" t="24713" r="7122" b="26173"/>
            <a:stretch/>
          </p:blipFill>
          <p:spPr>
            <a:xfrm>
              <a:off x="6487560" y="-1301040"/>
              <a:ext cx="4198320" cy="3204000"/>
            </a:xfrm>
            <a:prstGeom prst="rect">
              <a:avLst/>
            </a:prstGeom>
            <a:ln w="0">
              <a:noFill/>
            </a:ln>
          </p:spPr>
        </p:pic>
        <p:grpSp>
          <p:nvGrpSpPr>
            <p:cNvPr id="1317" name="Google Shape;1449;g34e3735cec0_0_ 2"/>
            <p:cNvGrpSpPr/>
            <p:nvPr/>
          </p:nvGrpSpPr>
          <p:grpSpPr>
            <a:xfrm>
              <a:off x="8232840" y="4254480"/>
              <a:ext cx="708120" cy="707760"/>
              <a:chOff x="8232840" y="4254480"/>
              <a:chExt cx="708120" cy="707760"/>
            </a:xfrm>
          </p:grpSpPr>
          <p:sp>
            <p:nvSpPr>
              <p:cNvPr id="1318" name="Google Shape;1450;g34e3735cec0_0_ 2"/>
              <p:cNvSpPr/>
              <p:nvPr/>
            </p:nvSpPr>
            <p:spPr>
              <a:xfrm rot="5400000">
                <a:off x="8691480" y="425448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319" name="Google Shape;1451;g34e3735cec0_0_ 2"/>
              <p:cNvSpPr/>
              <p:nvPr/>
            </p:nvSpPr>
            <p:spPr>
              <a:xfrm rot="5400000">
                <a:off x="8615160" y="433080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320" name="Google Shape;1452;g34e3735cec0_0_ 2"/>
              <p:cNvSpPr/>
              <p:nvPr/>
            </p:nvSpPr>
            <p:spPr>
              <a:xfrm rot="5400000">
                <a:off x="8538840" y="4407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321" name="Google Shape;1453;g34e3735cec0_0_ 2"/>
              <p:cNvSpPr/>
              <p:nvPr/>
            </p:nvSpPr>
            <p:spPr>
              <a:xfrm rot="5400000">
                <a:off x="8462160" y="4483440"/>
                <a:ext cx="249480" cy="249120"/>
              </a:xfrm>
              <a:custGeom>
                <a:avLst/>
                <a:gdLst>
                  <a:gd name="textAreaLeft" fmla="*/ 0 w 249480"/>
                  <a:gd name="textAreaRight" fmla="*/ 249840 w 249480"/>
                  <a:gd name="textAreaTop" fmla="*/ 0 h 249120"/>
                  <a:gd name="textAreaBottom" fmla="*/ 249480 h 2491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322" name="Google Shape;1454;g34e3735cec0_0_ 2"/>
              <p:cNvSpPr/>
              <p:nvPr/>
            </p:nvSpPr>
            <p:spPr>
              <a:xfrm rot="5400000">
                <a:off x="8385840" y="456012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323" name="Google Shape;1455;g34e3735cec0_0_ 2"/>
              <p:cNvSpPr/>
              <p:nvPr/>
            </p:nvSpPr>
            <p:spPr>
              <a:xfrm rot="5400000">
                <a:off x="8309520" y="4636800"/>
                <a:ext cx="249120" cy="249120"/>
              </a:xfrm>
              <a:custGeom>
                <a:avLst/>
                <a:gdLst>
                  <a:gd name="textAreaLeft" fmla="*/ 0 w 249120"/>
                  <a:gd name="textAreaRight" fmla="*/ 249480 w 249120"/>
                  <a:gd name="textAreaTop" fmla="*/ 0 h 249120"/>
                  <a:gd name="textAreaBottom" fmla="*/ 249480 h 2491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sp>
            <p:nvSpPr>
              <p:cNvPr id="1324" name="Google Shape;1456;g34e3735cec0_0_ 2"/>
              <p:cNvSpPr/>
              <p:nvPr/>
            </p:nvSpPr>
            <p:spPr>
              <a:xfrm rot="5400000">
                <a:off x="8232840" y="471276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endParaRPr lang="fr-FR" sz="1400" b="0" strike="noStrike" spc="-1">
                  <a:solidFill>
                    <a:srgbClr val="000000"/>
                  </a:solidFill>
                  <a:latin typeface="Arial"/>
                  <a:ea typeface="Arial"/>
                </a:endParaRPr>
              </a:p>
            </p:txBody>
          </p:sp>
        </p:grpSp>
        <p:grpSp>
          <p:nvGrpSpPr>
            <p:cNvPr id="1325" name="Google Shape;1457;g34e3735cec0_0_ 2"/>
            <p:cNvGrpSpPr/>
            <p:nvPr/>
          </p:nvGrpSpPr>
          <p:grpSpPr>
            <a:xfrm>
              <a:off x="8999280" y="3354480"/>
              <a:ext cx="457920" cy="457200"/>
              <a:chOff x="8999280" y="3354480"/>
              <a:chExt cx="457920" cy="457200"/>
            </a:xfrm>
          </p:grpSpPr>
          <p:sp>
            <p:nvSpPr>
              <p:cNvPr id="1326" name="Google Shape;1458;g34e3735cec0_0_ 2"/>
              <p:cNvSpPr/>
              <p:nvPr/>
            </p:nvSpPr>
            <p:spPr>
              <a:xfrm rot="5400000">
                <a:off x="9295920" y="335448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1327" name="Google Shape;1459;g34e3735cec0_0_ 2"/>
              <p:cNvSpPr/>
              <p:nvPr/>
            </p:nvSpPr>
            <p:spPr>
              <a:xfrm rot="5400000">
                <a:off x="9246600" y="340344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5">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1328" name="Google Shape;1460;g34e3735cec0_0_ 2"/>
              <p:cNvSpPr/>
              <p:nvPr/>
            </p:nvSpPr>
            <p:spPr>
              <a:xfrm rot="5400000">
                <a:off x="9197280" y="345312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4" y="0"/>
                    </a:moveTo>
                    <a:lnTo>
                      <a:pt x="1" y="8594"/>
                    </a:lnTo>
                    <a:lnTo>
                      <a:pt x="1403" y="9995"/>
                    </a:lnTo>
                    <a:lnTo>
                      <a:pt x="9996" y="1402"/>
                    </a:lnTo>
                    <a:lnTo>
                      <a:pt x="8594"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1329" name="Google Shape;1461;g34e3735cec0_0_ 2"/>
              <p:cNvSpPr/>
              <p:nvPr/>
            </p:nvSpPr>
            <p:spPr>
              <a:xfrm rot="5400000">
                <a:off x="9147600" y="3502440"/>
                <a:ext cx="161280" cy="160920"/>
              </a:xfrm>
              <a:custGeom>
                <a:avLst/>
                <a:gdLst>
                  <a:gd name="textAreaLeft" fmla="*/ 0 w 161280"/>
                  <a:gd name="textAreaRight" fmla="*/ 161640 w 161280"/>
                  <a:gd name="textAreaTop" fmla="*/ 0 h 160920"/>
                  <a:gd name="textAreaBottom" fmla="*/ 161280 h 160920"/>
                </a:gdLst>
                <a:ahLst/>
                <a:cxnLst/>
                <a:rect l="textAreaLeft" t="textAreaTop" r="textAreaRight" b="textAreaBottom"/>
                <a:pathLst>
                  <a:path w="9995" h="9981">
                    <a:moveTo>
                      <a:pt x="8593" y="1"/>
                    </a:moveTo>
                    <a:lnTo>
                      <a:pt x="0" y="8579"/>
                    </a:lnTo>
                    <a:lnTo>
                      <a:pt x="1402" y="9980"/>
                    </a:lnTo>
                    <a:lnTo>
                      <a:pt x="9995" y="1387"/>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1330" name="Google Shape;1462;g34e3735cec0_0_ 2"/>
              <p:cNvSpPr/>
              <p:nvPr/>
            </p:nvSpPr>
            <p:spPr>
              <a:xfrm rot="5400000">
                <a:off x="9098280" y="355176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6" h="9996">
                    <a:moveTo>
                      <a:pt x="8593" y="0"/>
                    </a:moveTo>
                    <a:lnTo>
                      <a:pt x="0" y="8593"/>
                    </a:lnTo>
                    <a:lnTo>
                      <a:pt x="1402" y="9995"/>
                    </a:lnTo>
                    <a:lnTo>
                      <a:pt x="9995" y="1402"/>
                    </a:lnTo>
                    <a:lnTo>
                      <a:pt x="8593" y="0"/>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1331" name="Google Shape;1463;g34e3735cec0_0_ 2"/>
              <p:cNvSpPr/>
              <p:nvPr/>
            </p:nvSpPr>
            <p:spPr>
              <a:xfrm rot="5400000">
                <a:off x="9048960" y="3601440"/>
                <a:ext cx="160920" cy="160920"/>
              </a:xfrm>
              <a:custGeom>
                <a:avLst/>
                <a:gdLst>
                  <a:gd name="textAreaLeft" fmla="*/ 0 w 160920"/>
                  <a:gd name="textAreaRight" fmla="*/ 161280 w 160920"/>
                  <a:gd name="textAreaTop" fmla="*/ 0 h 160920"/>
                  <a:gd name="textAreaBottom" fmla="*/ 161280 h 160920"/>
                </a:gdLst>
                <a:ahLst/>
                <a:cxnLst/>
                <a:rect l="textAreaLeft" t="textAreaTop" r="textAreaRight" b="textAreaBottom"/>
                <a:pathLst>
                  <a:path w="9980" h="9981">
                    <a:moveTo>
                      <a:pt x="8593" y="1"/>
                    </a:moveTo>
                    <a:lnTo>
                      <a:pt x="0" y="8594"/>
                    </a:lnTo>
                    <a:lnTo>
                      <a:pt x="1402" y="9980"/>
                    </a:lnTo>
                    <a:lnTo>
                      <a:pt x="9980" y="1402"/>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sp>
            <p:nvSpPr>
              <p:cNvPr id="1332" name="Google Shape;1464;g34e3735cec0_0_ 2"/>
              <p:cNvSpPr/>
              <p:nvPr/>
            </p:nvSpPr>
            <p:spPr>
              <a:xfrm rot="5400000">
                <a:off x="8999280" y="3650400"/>
                <a:ext cx="161280" cy="161280"/>
              </a:xfrm>
              <a:custGeom>
                <a:avLst/>
                <a:gdLst>
                  <a:gd name="textAreaLeft" fmla="*/ 0 w 161280"/>
                  <a:gd name="textAreaRight" fmla="*/ 161640 w 161280"/>
                  <a:gd name="textAreaTop" fmla="*/ 0 h 161280"/>
                  <a:gd name="textAreaBottom" fmla="*/ 161640 h 161280"/>
                </a:gdLst>
                <a:ahLst/>
                <a:cxnLst/>
                <a:rect l="textAreaLeft" t="textAreaTop" r="textAreaRight" b="textAreaBottom"/>
                <a:pathLst>
                  <a:path w="9995" h="9996">
                    <a:moveTo>
                      <a:pt x="8593" y="1"/>
                    </a:moveTo>
                    <a:lnTo>
                      <a:pt x="0" y="8594"/>
                    </a:lnTo>
                    <a:lnTo>
                      <a:pt x="1402" y="9996"/>
                    </a:lnTo>
                    <a:lnTo>
                      <a:pt x="9995" y="1403"/>
                    </a:lnTo>
                    <a:lnTo>
                      <a:pt x="8593" y="1"/>
                    </a:lnTo>
                    <a:close/>
                  </a:path>
                </a:pathLst>
              </a:custGeom>
              <a:gradFill rotWithShape="0">
                <a:gsLst>
                  <a:gs pos="0">
                    <a:srgbClr val="EB9109">
                      <a:alpha val="47000"/>
                    </a:srgbClr>
                  </a:gs>
                  <a:gs pos="78000">
                    <a:srgbClr val="F5F8FF">
                      <a:alpha val="47000"/>
                    </a:srgbClr>
                  </a:gs>
                  <a:gs pos="100000">
                    <a:srgbClr val="F5F8FF">
                      <a:alpha val="47000"/>
                    </a:srgbClr>
                  </a:gs>
                </a:gsLst>
                <a:lin ang="0"/>
              </a:gradFill>
              <a:ln w="0">
                <a:noFill/>
              </a:ln>
            </p:spPr>
            <p:style>
              <a:lnRef idx="0">
                <a:scrgbClr r="0" g="0" b="0"/>
              </a:lnRef>
              <a:fillRef idx="0">
                <a:scrgbClr r="0" g="0" b="0"/>
              </a:fillRef>
              <a:effectRef idx="0">
                <a:scrgbClr r="0" g="0" b="0"/>
              </a:effectRef>
              <a:fontRef idx="minor"/>
            </p:style>
            <p:txBody>
              <a:bodyPr tIns="80640" bIns="80640" anchor="ctr">
                <a:noAutofit/>
              </a:bodyPr>
              <a:lstStyle/>
              <a:p>
                <a:endParaRPr lang="fr-FR" sz="1400" b="0" strike="noStrike" spc="-1">
                  <a:solidFill>
                    <a:srgbClr val="000000"/>
                  </a:solidFill>
                  <a:latin typeface="Arial"/>
                  <a:ea typeface="Arial"/>
                </a:endParaRPr>
              </a:p>
            </p:txBody>
          </p:sp>
        </p:grpSp>
        <p:grpSp>
          <p:nvGrpSpPr>
            <p:cNvPr id="1333" name="Google Shape;1465;g34e3735cec0_0_ 2"/>
            <p:cNvGrpSpPr/>
            <p:nvPr/>
          </p:nvGrpSpPr>
          <p:grpSpPr>
            <a:xfrm>
              <a:off x="8146800" y="539640"/>
              <a:ext cx="207720" cy="207720"/>
              <a:chOff x="8146800" y="539640"/>
              <a:chExt cx="207720" cy="207720"/>
            </a:xfrm>
          </p:grpSpPr>
          <p:sp>
            <p:nvSpPr>
              <p:cNvPr id="1334" name="Google Shape;1466;g34e3735cec0_0_ 2"/>
              <p:cNvSpPr/>
              <p:nvPr/>
            </p:nvSpPr>
            <p:spPr>
              <a:xfrm>
                <a:off x="8146800" y="53964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endParaRPr lang="fr-FR" sz="1400" b="0" strike="noStrike" spc="-1">
                  <a:solidFill>
                    <a:srgbClr val="000000"/>
                  </a:solidFill>
                  <a:latin typeface="Arial"/>
                  <a:ea typeface="Arial"/>
                </a:endParaRPr>
              </a:p>
            </p:txBody>
          </p:sp>
          <p:sp>
            <p:nvSpPr>
              <p:cNvPr id="1335" name="Google Shape;1467;g34e3735cec0_0_ 2"/>
              <p:cNvSpPr/>
              <p:nvPr/>
            </p:nvSpPr>
            <p:spPr>
              <a:xfrm>
                <a:off x="8175960" y="56880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endParaRPr lang="fr-FR" sz="1400" b="0" strike="noStrike" spc="-1">
                  <a:solidFill>
                    <a:srgbClr val="000000"/>
                  </a:solidFill>
                  <a:latin typeface="Arial"/>
                  <a:ea typeface="Arial"/>
                </a:endParaRPr>
              </a:p>
            </p:txBody>
          </p:sp>
        </p:grpSp>
        <p:grpSp>
          <p:nvGrpSpPr>
            <p:cNvPr id="1336" name="Google Shape;1468;g34e3735cec0_0_ 2"/>
            <p:cNvGrpSpPr/>
            <p:nvPr/>
          </p:nvGrpSpPr>
          <p:grpSpPr>
            <a:xfrm>
              <a:off x="7554240" y="2467800"/>
              <a:ext cx="207720" cy="207720"/>
              <a:chOff x="7554240" y="2467800"/>
              <a:chExt cx="207720" cy="207720"/>
            </a:xfrm>
          </p:grpSpPr>
          <p:sp>
            <p:nvSpPr>
              <p:cNvPr id="1337" name="Google Shape;1469;g34e3735cec0_0_ 2"/>
              <p:cNvSpPr/>
              <p:nvPr/>
            </p:nvSpPr>
            <p:spPr>
              <a:xfrm>
                <a:off x="7554240" y="2467800"/>
                <a:ext cx="207720" cy="207720"/>
              </a:xfrm>
              <a:prstGeom prst="ellipse">
                <a:avLst/>
              </a:prstGeom>
              <a:noFill/>
              <a:ln w="9525">
                <a:solidFill>
                  <a:srgbClr val="8208D5"/>
                </a:solidFill>
                <a:round/>
              </a:ln>
            </p:spPr>
            <p:style>
              <a:lnRef idx="0">
                <a:scrgbClr r="0" g="0" b="0"/>
              </a:lnRef>
              <a:fillRef idx="0">
                <a:scrgbClr r="0" g="0" b="0"/>
              </a:fillRef>
              <a:effectRef idx="0">
                <a:scrgbClr r="0" g="0" b="0"/>
              </a:effectRef>
              <a:fontRef idx="minor"/>
            </p:style>
            <p:txBody>
              <a:bodyPr tIns="73440" bIns="73440" anchor="ctr">
                <a:noAutofit/>
              </a:bodyPr>
              <a:lstStyle/>
              <a:p>
                <a:endParaRPr lang="fr-FR" sz="1400" b="0" strike="noStrike" spc="-1">
                  <a:solidFill>
                    <a:srgbClr val="000000"/>
                  </a:solidFill>
                  <a:latin typeface="Arial"/>
                  <a:ea typeface="Arial"/>
                </a:endParaRPr>
              </a:p>
            </p:txBody>
          </p:sp>
          <p:sp>
            <p:nvSpPr>
              <p:cNvPr id="1338" name="Google Shape;1470;g34e3735cec0_0_ 2"/>
              <p:cNvSpPr/>
              <p:nvPr/>
            </p:nvSpPr>
            <p:spPr>
              <a:xfrm>
                <a:off x="7583760" y="2496960"/>
                <a:ext cx="149040" cy="149040"/>
              </a:xfrm>
              <a:prstGeom prst="ellipse">
                <a:avLst/>
              </a:prstGeom>
              <a:gradFill rotWithShape="0">
                <a:gsLst>
                  <a:gs pos="0">
                    <a:srgbClr val="9900FF">
                      <a:alpha val="46000"/>
                    </a:srgbClr>
                  </a:gs>
                  <a:gs pos="100000">
                    <a:srgbClr val="FFFFFF">
                      <a:alpha val="0"/>
                    </a:srgbClr>
                  </a:gs>
                </a:gsLst>
                <a:path path="circle">
                  <a:fillToRect l="50000" t="50000" r="50000" b="50000"/>
                </a:path>
              </a:gradFill>
              <a:ln w="0">
                <a:noFill/>
              </a:ln>
            </p:spPr>
            <p:style>
              <a:lnRef idx="0">
                <a:scrgbClr r="0" g="0" b="0"/>
              </a:lnRef>
              <a:fillRef idx="0">
                <a:scrgbClr r="0" g="0" b="0"/>
              </a:fillRef>
              <a:effectRef idx="0">
                <a:scrgbClr r="0" g="0" b="0"/>
              </a:effectRef>
              <a:fontRef idx="minor"/>
            </p:style>
            <p:txBody>
              <a:bodyPr tIns="52920" bIns="52920" anchor="ctr">
                <a:noAutofit/>
              </a:bodyPr>
              <a:lstStyle/>
              <a:p>
                <a:endParaRPr lang="fr-FR" sz="1400" b="0" strike="noStrike" spc="-1">
                  <a:solidFill>
                    <a:srgbClr val="000000"/>
                  </a:solidFill>
                  <a:latin typeface="Arial"/>
                  <a:ea typeface="Arial"/>
                </a:endParaRPr>
              </a:p>
            </p:txBody>
          </p:sp>
        </p:grpSp>
        <p:sp>
          <p:nvSpPr>
            <p:cNvPr id="1339" name="Google Shape;1471;g34e3735cec0_0_ 2"/>
            <p:cNvSpPr/>
            <p:nvPr/>
          </p:nvSpPr>
          <p:spPr>
            <a:xfrm>
              <a:off x="7454520" y="4164120"/>
              <a:ext cx="147600" cy="147600"/>
            </a:xfrm>
            <a:prstGeom prst="ellipse">
              <a:avLst/>
            </a:prstGeom>
            <a:gradFill rotWithShape="0">
              <a:gsLst>
                <a:gs pos="0">
                  <a:srgbClr val="0C0A9E"/>
                </a:gs>
                <a:gs pos="100000">
                  <a:srgbClr val="FFFFFF">
                    <a:alpha val="0"/>
                  </a:srgbClr>
                </a:gs>
              </a:gsLst>
              <a:lin ang="5400000"/>
            </a:gradFill>
            <a:ln w="0">
              <a:noFill/>
            </a:ln>
          </p:spPr>
          <p:style>
            <a:lnRef idx="0">
              <a:scrgbClr r="0" g="0" b="0"/>
            </a:lnRef>
            <a:fillRef idx="0">
              <a:scrgbClr r="0" g="0" b="0"/>
            </a:fillRef>
            <a:effectRef idx="0">
              <a:scrgbClr r="0" g="0" b="0"/>
            </a:effectRef>
            <a:fontRef idx="minor"/>
          </p:style>
          <p:txBody>
            <a:bodyPr tIns="52200" bIns="52200" anchor="ctr">
              <a:noAutofit/>
            </a:bodyPr>
            <a:lstStyle/>
            <a:p>
              <a:endParaRPr lang="fr-FR" sz="1400" b="0" strike="noStrike" spc="-1">
                <a:solidFill>
                  <a:srgbClr val="000000"/>
                </a:solidFill>
                <a:latin typeface="Arial"/>
                <a:ea typeface="Arial"/>
              </a:endParaRPr>
            </a:p>
          </p:txBody>
        </p:sp>
      </p:grpSp>
      <p:grpSp>
        <p:nvGrpSpPr>
          <p:cNvPr id="1340" name="Google Shape;1472;g34e3735cec0_0_ 2"/>
          <p:cNvGrpSpPr/>
          <p:nvPr/>
        </p:nvGrpSpPr>
        <p:grpSpPr>
          <a:xfrm>
            <a:off x="1963080" y="1696320"/>
            <a:ext cx="4559040" cy="133920"/>
            <a:chOff x="1963080" y="1696320"/>
            <a:chExt cx="4559040" cy="133920"/>
          </a:xfrm>
        </p:grpSpPr>
        <p:sp>
          <p:nvSpPr>
            <p:cNvPr id="1341" name="Google Shape;1473;g34e3735cec0_0_ 2"/>
            <p:cNvSpPr/>
            <p:nvPr/>
          </p:nvSpPr>
          <p:spPr>
            <a:xfrm>
              <a:off x="6388200" y="1696320"/>
              <a:ext cx="133920" cy="133920"/>
            </a:xfrm>
            <a:prstGeom prst="ellipse">
              <a:avLst/>
            </a:prstGeom>
            <a:noFill/>
            <a:ln w="9525">
              <a:solidFill>
                <a:srgbClr val="0C0A9E"/>
              </a:solidFill>
              <a:round/>
            </a:ln>
          </p:spPr>
          <p:style>
            <a:lnRef idx="0">
              <a:scrgbClr r="0" g="0" b="0"/>
            </a:lnRef>
            <a:fillRef idx="0">
              <a:scrgbClr r="0" g="0" b="0"/>
            </a:fillRef>
            <a:effectRef idx="0">
              <a:scrgbClr r="0" g="0" b="0"/>
            </a:effectRef>
            <a:fontRef idx="minor"/>
          </p:style>
          <p:txBody>
            <a:bodyPr tIns="47520" bIns="47520" anchor="ctr">
              <a:noAutofit/>
            </a:bodyPr>
            <a:lstStyle/>
            <a:p>
              <a:endParaRPr lang="fr-FR" sz="1400" b="0" strike="noStrike" spc="-1">
                <a:solidFill>
                  <a:srgbClr val="000000"/>
                </a:solidFill>
                <a:latin typeface="Arial"/>
                <a:ea typeface="Arial"/>
              </a:endParaRPr>
            </a:p>
          </p:txBody>
        </p:sp>
        <p:cxnSp>
          <p:nvCxnSpPr>
            <p:cNvPr id="1342" name="Google Shape;1474;g34e3735cec0_0_ 2"/>
            <p:cNvCxnSpPr/>
            <p:nvPr/>
          </p:nvCxnSpPr>
          <p:spPr>
            <a:xfrm>
              <a:off x="1963080" y="1763280"/>
              <a:ext cx="4462920" cy="360"/>
            </a:xfrm>
            <a:prstGeom prst="straightConnector1">
              <a:avLst/>
            </a:prstGeom>
            <a:ln w="9525">
              <a:solidFill>
                <a:srgbClr val="0C0A9E"/>
              </a:solidFill>
              <a:round/>
            </a:ln>
          </p:spPr>
        </p:cxnSp>
        <p:sp>
          <p:nvSpPr>
            <p:cNvPr id="1343" name="Google Shape;1475;g34e3735cec0_0_ 2"/>
            <p:cNvSpPr/>
            <p:nvPr/>
          </p:nvSpPr>
          <p:spPr>
            <a:xfrm>
              <a:off x="6418080" y="1726560"/>
              <a:ext cx="73440" cy="734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endParaRPr lang="fr-FR" sz="1400" b="0" strike="noStrike" spc="-1">
                <a:solidFill>
                  <a:srgbClr val="000000"/>
                </a:solidFill>
                <a:latin typeface="Arial"/>
                <a:ea typeface="Arial"/>
              </a:endParaRPr>
            </a:p>
          </p:txBody>
        </p:sp>
      </p:grpSp>
      <p:sp>
        <p:nvSpPr>
          <p:cNvPr id="1344" name="Google Shape;1476;g34e3735cec0_0_ 2"/>
          <p:cNvSpPr/>
          <p:nvPr/>
        </p:nvSpPr>
        <p:spPr>
          <a:xfrm>
            <a:off x="306816" y="1860513"/>
            <a:ext cx="8422920" cy="3231654"/>
          </a:xfrm>
          <a:prstGeom prst="rect">
            <a:avLst/>
          </a:prstGeom>
          <a:noFill/>
          <a:ln w="0">
            <a:noFill/>
          </a:ln>
        </p:spPr>
        <p:style>
          <a:lnRef idx="0">
            <a:scrgbClr r="0" g="0" b="0"/>
          </a:lnRef>
          <a:fillRef idx="0">
            <a:scrgbClr r="0" g="0" b="0"/>
          </a:fillRef>
          <a:effectRef idx="0">
            <a:scrgbClr r="0" g="0" b="0"/>
          </a:effectRef>
          <a:fontRef idx="minor"/>
        </p:style>
        <p:txBody>
          <a:bodyPr wrap="square" tIns="91440" bIns="91440" anchor="t">
            <a:spAutoFit/>
          </a:bodyPr>
          <a:lstStyle/>
          <a:p>
            <a:r>
              <a:rPr lang="en" sz="1100" spc="-1" dirty="0">
                <a:solidFill>
                  <a:srgbClr val="000000"/>
                </a:solidFill>
                <a:latin typeface="Poppins" panose="00000500000000000000" pitchFamily="2" charset="0"/>
                <a:ea typeface="Arial"/>
                <a:cs typeface="Poppins" panose="00000500000000000000" pitchFamily="2" charset="0"/>
              </a:rPr>
              <a:t>N</a:t>
            </a:r>
            <a:r>
              <a:rPr lang="en" sz="1100" b="0" strike="noStrike" spc="-1" dirty="0">
                <a:solidFill>
                  <a:srgbClr val="000000"/>
                </a:solidFill>
                <a:latin typeface="Poppins" panose="00000500000000000000" pitchFamily="2" charset="0"/>
                <a:ea typeface="Arial"/>
                <a:cs typeface="Poppins" panose="00000500000000000000" pitchFamily="2" charset="0"/>
              </a:rPr>
              <a:t>otre proposition ne se limite pas à une simple digitalisation des procédures</a:t>
            </a:r>
            <a:r>
              <a:rPr lang="en" sz="1100" spc="-1" dirty="0">
                <a:solidFill>
                  <a:srgbClr val="000000"/>
                </a:solidFill>
                <a:latin typeface="Poppins" panose="00000500000000000000" pitchFamily="2" charset="0"/>
                <a:ea typeface="Arial"/>
                <a:cs typeface="Poppins" panose="00000500000000000000" pitchFamily="2" charset="0"/>
              </a:rPr>
              <a:t>, mais à poser </a:t>
            </a:r>
            <a:r>
              <a:rPr lang="en" sz="1100" b="0" strike="noStrike" spc="-1" dirty="0">
                <a:solidFill>
                  <a:srgbClr val="000000"/>
                </a:solidFill>
                <a:latin typeface="Poppins" panose="00000500000000000000" pitchFamily="2" charset="0"/>
                <a:ea typeface="Arial"/>
                <a:cs typeface="Poppins" panose="00000500000000000000" pitchFamily="2" charset="0"/>
              </a:rPr>
              <a:t>les bons fondements techniques aujourd’hui — traçabilité, sécurité, interconnexion des données — que l’on pourra demain exercer un contrôle intelligent, ciblé, respectueux des droits des assurés.</a:t>
            </a:r>
          </a:p>
          <a:p>
            <a:br>
              <a:rPr sz="1100" dirty="0">
                <a:latin typeface="Poppins" panose="00000500000000000000" pitchFamily="2" charset="0"/>
                <a:cs typeface="Poppins" panose="00000500000000000000" pitchFamily="2" charset="0"/>
              </a:rPr>
            </a:br>
            <a:r>
              <a:rPr lang="en" sz="1100" b="0" strike="noStrike" spc="-1" dirty="0">
                <a:solidFill>
                  <a:srgbClr val="000000"/>
                </a:solidFill>
                <a:latin typeface="Poppins" panose="00000500000000000000" pitchFamily="2" charset="0"/>
                <a:ea typeface="Arial"/>
                <a:cs typeface="Poppins" panose="00000500000000000000" pitchFamily="2" charset="0"/>
              </a:rPr>
              <a:t>En intégrant des mécanismes d’authentification biométrique, d’horodatage systématique et de centralisation raisonnée des données, cette solution ouvre la voie à une exploitation intelligente des informations collectées.</a:t>
            </a:r>
          </a:p>
          <a:p>
            <a:br>
              <a:rPr sz="1100" dirty="0">
                <a:latin typeface="Poppins" panose="00000500000000000000" pitchFamily="2" charset="0"/>
                <a:cs typeface="Poppins" panose="00000500000000000000" pitchFamily="2" charset="0"/>
              </a:rPr>
            </a:br>
            <a:r>
              <a:rPr lang="en" sz="1100" b="0" strike="noStrike" spc="-1" dirty="0">
                <a:solidFill>
                  <a:srgbClr val="000000"/>
                </a:solidFill>
                <a:latin typeface="Poppins" panose="00000500000000000000" pitchFamily="2" charset="0"/>
                <a:ea typeface="Arial"/>
                <a:cs typeface="Poppins" panose="00000500000000000000" pitchFamily="2" charset="0"/>
              </a:rPr>
              <a:t>À terme, des outils de détection d’anomalies, des modèles d’intelligence artificielle et des analyses prédictives viendront renforcer la capacité des organismes de sécurité sociale à repérer des schémas de fraude complexes et à anticiper les dérives systémiques.</a:t>
            </a:r>
            <a:br>
              <a:rPr sz="1100" dirty="0">
                <a:latin typeface="Poppins" panose="00000500000000000000" pitchFamily="2" charset="0"/>
                <a:cs typeface="Poppins" panose="00000500000000000000" pitchFamily="2" charset="0"/>
              </a:rPr>
            </a:br>
            <a:endParaRPr lang="en-US" sz="1100" dirty="0">
              <a:latin typeface="Poppins" panose="00000500000000000000" pitchFamily="2" charset="0"/>
              <a:cs typeface="Poppins" panose="00000500000000000000" pitchFamily="2" charset="0"/>
            </a:endParaRPr>
          </a:p>
          <a:p>
            <a:r>
              <a:rPr lang="en" sz="1100" b="0" strike="noStrike" spc="-1" dirty="0">
                <a:solidFill>
                  <a:srgbClr val="000000"/>
                </a:solidFill>
                <a:latin typeface="Poppins" panose="00000500000000000000" pitchFamily="2" charset="0"/>
                <a:ea typeface="Arial"/>
                <a:cs typeface="Poppins" panose="00000500000000000000" pitchFamily="2" charset="0"/>
              </a:rPr>
              <a:t>Nous ne prétendons pas tout résoudre d’un coup. Mais nous pensons que tester cette approche dans un cadre pilote — sur un périmètre réduit mais concret — serait une première étape réaliste, mesurable, et évolutive.</a:t>
            </a:r>
            <a:br>
              <a:rPr sz="1100" dirty="0">
                <a:latin typeface="Poppins" panose="00000500000000000000" pitchFamily="2" charset="0"/>
                <a:cs typeface="Poppins" panose="00000500000000000000" pitchFamily="2" charset="0"/>
              </a:rPr>
            </a:br>
            <a:endParaRPr lang="en-US" sz="1100" dirty="0">
              <a:latin typeface="Poppins" panose="00000500000000000000" pitchFamily="2" charset="0"/>
              <a:cs typeface="Poppins" panose="00000500000000000000" pitchFamily="2" charset="0"/>
            </a:endParaRPr>
          </a:p>
          <a:p>
            <a:r>
              <a:rPr lang="en" sz="1100" b="0" strike="noStrike" spc="-1" dirty="0">
                <a:solidFill>
                  <a:srgbClr val="000000"/>
                </a:solidFill>
                <a:latin typeface="Poppins" panose="00000500000000000000" pitchFamily="2" charset="0"/>
                <a:ea typeface="Arial"/>
                <a:cs typeface="Poppins" panose="00000500000000000000" pitchFamily="2" charset="0"/>
              </a:rPr>
              <a:t>Car au fond, notre ambition est simple : faire en sorte que la fraude sociale, longtemps invisible, éparse, silencieuse… devienne un signal détectable, traçable et maîtrisable.</a:t>
            </a:r>
            <a:br>
              <a:rPr sz="1100" dirty="0">
                <a:latin typeface="Poppins" panose="00000500000000000000" pitchFamily="2" charset="0"/>
                <a:cs typeface="Poppins" panose="00000500000000000000" pitchFamily="2" charset="0"/>
              </a:rPr>
            </a:br>
            <a:r>
              <a:rPr lang="en" sz="1100" b="0" strike="noStrike" spc="-1" dirty="0">
                <a:solidFill>
                  <a:srgbClr val="000000"/>
                </a:solidFill>
                <a:latin typeface="Poppins" panose="00000500000000000000" pitchFamily="2" charset="0"/>
                <a:ea typeface="Arial"/>
                <a:cs typeface="Poppins" panose="00000500000000000000" pitchFamily="2" charset="0"/>
              </a:rPr>
              <a:t>Et c’est à travers cette synergie entre technologie, bon sens et éthique que nous croyons possible une transformation durable de la gestion sociale.</a:t>
            </a:r>
            <a:endParaRPr lang="fr-FR" sz="1100" b="0" strike="noStrike" spc="-1" dirty="0">
              <a:solidFill>
                <a:srgbClr val="000000"/>
              </a:solidFill>
              <a:latin typeface="Poppins" panose="00000500000000000000" pitchFamily="2" charset="0"/>
              <a:cs typeface="Poppins" panose="000005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09"/>
                                        </p:tgtEl>
                                        <p:attrNameLst>
                                          <p:attrName>style.visibility</p:attrName>
                                        </p:attrNameLst>
                                      </p:cBhvr>
                                      <p:to>
                                        <p:strVal val="visible"/>
                                      </p:to>
                                    </p:set>
                                    <p:animEffect transition="in" filter="fade">
                                      <p:cBhvr>
                                        <p:cTn id="7" dur="1000"/>
                                        <p:tgtEl>
                                          <p:spTgt spid="1309"/>
                                        </p:tgtEl>
                                      </p:cBhvr>
                                    </p:animEffect>
                                    <p:anim calcmode="lin" valueType="num">
                                      <p:cBhvr>
                                        <p:cTn id="8" dur="1000" fill="hold"/>
                                        <p:tgtEl>
                                          <p:spTgt spid="1309"/>
                                        </p:tgtEl>
                                        <p:attrNameLst>
                                          <p:attrName>ppt_x</p:attrName>
                                        </p:attrNameLst>
                                      </p:cBhvr>
                                      <p:tavLst>
                                        <p:tav tm="0">
                                          <p:val>
                                            <p:strVal val="#ppt_x"/>
                                          </p:val>
                                        </p:tav>
                                        <p:tav tm="100000">
                                          <p:val>
                                            <p:strVal val="#ppt_x"/>
                                          </p:val>
                                        </p:tav>
                                      </p:tavLst>
                                    </p:anim>
                                    <p:anim calcmode="lin" valueType="num">
                                      <p:cBhvr>
                                        <p:cTn id="9" dur="1000" fill="hold"/>
                                        <p:tgtEl>
                                          <p:spTgt spid="130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302"/>
                                        </p:tgtEl>
                                        <p:attrNameLst>
                                          <p:attrName>style.visibility</p:attrName>
                                        </p:attrNameLst>
                                      </p:cBhvr>
                                      <p:to>
                                        <p:strVal val="visible"/>
                                      </p:to>
                                    </p:set>
                                    <p:animEffect transition="in" filter="fade">
                                      <p:cBhvr>
                                        <p:cTn id="12" dur="1000"/>
                                        <p:tgtEl>
                                          <p:spTgt spid="1302"/>
                                        </p:tgtEl>
                                      </p:cBhvr>
                                    </p:animEffect>
                                    <p:anim calcmode="lin" valueType="num">
                                      <p:cBhvr>
                                        <p:cTn id="13" dur="1000" fill="hold"/>
                                        <p:tgtEl>
                                          <p:spTgt spid="1302"/>
                                        </p:tgtEl>
                                        <p:attrNameLst>
                                          <p:attrName>ppt_x</p:attrName>
                                        </p:attrNameLst>
                                      </p:cBhvr>
                                      <p:tavLst>
                                        <p:tav tm="0">
                                          <p:val>
                                            <p:strVal val="#ppt_x"/>
                                          </p:val>
                                        </p:tav>
                                        <p:tav tm="100000">
                                          <p:val>
                                            <p:strVal val="#ppt_x"/>
                                          </p:val>
                                        </p:tav>
                                      </p:tavLst>
                                    </p:anim>
                                    <p:anim calcmode="lin" valueType="num">
                                      <p:cBhvr>
                                        <p:cTn id="14" dur="1000" fill="hold"/>
                                        <p:tgtEl>
                                          <p:spTgt spid="130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344"/>
                                        </p:tgtEl>
                                        <p:attrNameLst>
                                          <p:attrName>style.visibility</p:attrName>
                                        </p:attrNameLst>
                                      </p:cBhvr>
                                      <p:to>
                                        <p:strVal val="visible"/>
                                      </p:to>
                                    </p:set>
                                    <p:animEffect transition="in" filter="fade">
                                      <p:cBhvr>
                                        <p:cTn id="17" dur="1000"/>
                                        <p:tgtEl>
                                          <p:spTgt spid="1344"/>
                                        </p:tgtEl>
                                      </p:cBhvr>
                                    </p:animEffect>
                                    <p:anim calcmode="lin" valueType="num">
                                      <p:cBhvr>
                                        <p:cTn id="18" dur="1000" fill="hold"/>
                                        <p:tgtEl>
                                          <p:spTgt spid="1344"/>
                                        </p:tgtEl>
                                        <p:attrNameLst>
                                          <p:attrName>ppt_x</p:attrName>
                                        </p:attrNameLst>
                                      </p:cBhvr>
                                      <p:tavLst>
                                        <p:tav tm="0">
                                          <p:val>
                                            <p:strVal val="#ppt_x"/>
                                          </p:val>
                                        </p:tav>
                                        <p:tav tm="100000">
                                          <p:val>
                                            <p:strVal val="#ppt_x"/>
                                          </p:val>
                                        </p:tav>
                                      </p:tavLst>
                                    </p:anim>
                                    <p:anim calcmode="lin" valueType="num">
                                      <p:cBhvr>
                                        <p:cTn id="19" dur="1000" fill="hold"/>
                                        <p:tgtEl>
                                          <p:spTgt spid="13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2" grpId="0"/>
      <p:bldP spid="1309" grpId="0"/>
      <p:bldP spid="1344" grpId="0"/>
    </p:bldLst>
  </p:timing>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388</TotalTime>
  <Words>1589</Words>
  <Application>Microsoft Office PowerPoint</Application>
  <PresentationFormat>Affichage à l'écran (16:9)</PresentationFormat>
  <Paragraphs>153</Paragraphs>
  <Slides>29</Slides>
  <Notes>0</Notes>
  <HiddenSlides>0</HiddenSlides>
  <MMClips>0</MMClips>
  <ScaleCrop>false</ScaleCrop>
  <HeadingPairs>
    <vt:vector size="6" baseType="variant">
      <vt:variant>
        <vt:lpstr>Polices utilisées</vt:lpstr>
      </vt:variant>
      <vt:variant>
        <vt:i4>6</vt:i4>
      </vt:variant>
      <vt:variant>
        <vt:lpstr>Thème</vt:lpstr>
      </vt:variant>
      <vt:variant>
        <vt:i4>17</vt:i4>
      </vt:variant>
      <vt:variant>
        <vt:lpstr>Titres des diapositives</vt:lpstr>
      </vt:variant>
      <vt:variant>
        <vt:i4>29</vt:i4>
      </vt:variant>
    </vt:vector>
  </HeadingPairs>
  <TitlesOfParts>
    <vt:vector size="52" baseType="lpstr">
      <vt:lpstr>Arial</vt:lpstr>
      <vt:lpstr>Calibri</vt:lpstr>
      <vt:lpstr>IBM Plex Mono</vt:lpstr>
      <vt:lpstr>Poppins</vt:lpstr>
      <vt:lpstr>Symbol</vt:lpstr>
      <vt:lpstr>Wingdings</vt:lpstr>
      <vt:lpstr>Introduction to Coding Workshop by Slidesgo</vt:lpstr>
      <vt:lpstr>Introduction to Coding Workshop by Slidesgo</vt:lpstr>
      <vt:lpstr>Introduction to Coding Workshop by Slidesgo</vt:lpstr>
      <vt:lpstr>Introduction to Coding Workshop by Slidesgo</vt:lpstr>
      <vt:lpstr>Introduction to Coding Workshop by Slidesgo</vt:lpstr>
      <vt:lpstr>Introduction to Coding Workshop by Slidesgo</vt:lpstr>
      <vt:lpstr>Introduction to Coding Workshop by Slidesgo</vt:lpstr>
      <vt:lpstr>Introduction to Coding Workshop by Slidesgo</vt:lpstr>
      <vt:lpstr>Introduction to Coding Workshop by Slidesgo</vt:lpstr>
      <vt:lpstr>Introduction to Coding Workshop by Slidesgo</vt:lpstr>
      <vt:lpstr>Introduction to Coding Workshop by Slidesgo</vt:lpstr>
      <vt:lpstr>Introduction to Coding Workshop by Slidesgo</vt:lpstr>
      <vt:lpstr>Introduction to Coding Workshop by Slidesgo</vt:lpstr>
      <vt:lpstr>Introduction to Coding Workshop by Slidesgo</vt:lpstr>
      <vt:lpstr>Introduction to Coding Workshop by Slidesgo</vt:lpstr>
      <vt:lpstr>Introduction to Coding Workshop by Slidesgo</vt:lpstr>
      <vt:lpstr>Introduction to Coding Workshop by Slidesgo</vt:lpstr>
      <vt:lpstr>Zéro Fraude : Pour une Sécurité Sociale Durable </vt:lpstr>
      <vt:lpstr>Plan de travail </vt:lpstr>
      <vt:lpstr>01</vt:lpstr>
      <vt:lpstr>Définition de la fraude</vt:lpstr>
      <vt:lpstr>Les fraudes sur la carte CHIFA</vt:lpstr>
      <vt:lpstr>Problématique  </vt:lpstr>
      <vt:lpstr>02</vt:lpstr>
      <vt:lpstr>Présentation PowerPoint</vt:lpstr>
      <vt:lpstr>C’est quoi la digitalisation ?</vt:lpstr>
      <vt:lpstr>03</vt:lpstr>
      <vt:lpstr>Présentation PowerPoint</vt:lpstr>
      <vt:lpstr>03</vt:lpstr>
      <vt:lpstr>           CHIFA 3.0</vt:lpstr>
      <vt:lpstr>Présentation PowerPoint</vt:lpstr>
      <vt:lpstr> X-Road : pour quoi faire ?</vt:lpstr>
      <vt:lpstr>La Blockchain : à quoi sert-elle ?</vt:lpstr>
      <vt:lpstr>Blockchain vs X-Road </vt:lpstr>
      <vt:lpstr>Stockage et sécurisation des données:</vt:lpstr>
      <vt:lpstr>Présentation PowerPoint</vt:lpstr>
      <vt:lpstr>Qui sont les utilisateurs de notre plateforme? </vt:lpstr>
      <vt:lpstr>Que fais chaque utilisateur dans notre système ? </vt:lpstr>
      <vt:lpstr>Que fais chaque utilisateur dans notre système ? </vt:lpstr>
      <vt:lpstr>Que fais chaque utilisateur dans notre système ? </vt:lpstr>
      <vt:lpstr>Que fais chaque utilisateur dans notre système ? </vt:lpstr>
      <vt:lpstr>04</vt:lpstr>
      <vt:lpstr>Présentation PowerPoint</vt:lpstr>
      <vt:lpstr>Présentation PowerPoint</vt:lpstr>
      <vt:lpstr>Présentation PowerPoint</vt:lpstr>
      <vt:lpstr>05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Zéro Fraude:Pour une Sécurité Sociale Durable </dc:title>
  <dc:subject/>
  <dc:creator/>
  <dc:description/>
  <cp:lastModifiedBy>Rym Lemmouchi</cp:lastModifiedBy>
  <cp:revision>21</cp:revision>
  <dcterms:modified xsi:type="dcterms:W3CDTF">2025-04-23T08:02:54Z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24</vt:i4>
  </property>
  <property fmtid="{D5CDD505-2E9C-101B-9397-08002B2CF9AE}" pid="3" name="PresentationFormat">
    <vt:lpwstr>Affichage à l'écran (16:9)</vt:lpwstr>
  </property>
  <property fmtid="{D5CDD505-2E9C-101B-9397-08002B2CF9AE}" pid="4" name="Slides">
    <vt:i4>32</vt:i4>
  </property>
</Properties>
</file>